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2" r:id="rId4"/>
    <p:sldId id="259" r:id="rId5"/>
    <p:sldId id="263" r:id="rId6"/>
    <p:sldId id="264" r:id="rId7"/>
    <p:sldId id="266" r:id="rId8"/>
    <p:sldId id="267" r:id="rId9"/>
    <p:sldId id="260" r:id="rId10"/>
    <p:sldId id="256" r:id="rId11"/>
    <p:sldId id="268" r:id="rId12"/>
    <p:sldId id="258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4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98BB58-C844-7109-BDDC-73D480ACC103}" v="2" dt="2023-10-15T10:28:36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KRAMUL HAQUE" userId="S::22-46570-1@student.aiub.edu::a846fb3e-76d2-455e-8d70-d3c8dd2b4956" providerId="AD" clId="Web-{A898BB58-C844-7109-BDDC-73D480ACC103}"/>
    <pc:docChg chg="modSld">
      <pc:chgData name="EKRAMUL HAQUE" userId="S::22-46570-1@student.aiub.edu::a846fb3e-76d2-455e-8d70-d3c8dd2b4956" providerId="AD" clId="Web-{A898BB58-C844-7109-BDDC-73D480ACC103}" dt="2023-10-15T10:28:36.361" v="1" actId="1076"/>
      <pc:docMkLst>
        <pc:docMk/>
      </pc:docMkLst>
      <pc:sldChg chg="modSp">
        <pc:chgData name="EKRAMUL HAQUE" userId="S::22-46570-1@student.aiub.edu::a846fb3e-76d2-455e-8d70-d3c8dd2b4956" providerId="AD" clId="Web-{A898BB58-C844-7109-BDDC-73D480ACC103}" dt="2023-10-15T10:28:36.361" v="1" actId="1076"/>
        <pc:sldMkLst>
          <pc:docMk/>
          <pc:sldMk cId="2584968979" sldId="262"/>
        </pc:sldMkLst>
        <pc:picChg chg="mod">
          <ac:chgData name="EKRAMUL HAQUE" userId="S::22-46570-1@student.aiub.edu::a846fb3e-76d2-455e-8d70-d3c8dd2b4956" providerId="AD" clId="Web-{A898BB58-C844-7109-BDDC-73D480ACC103}" dt="2023-10-15T10:28:36.361" v="1" actId="1076"/>
          <ac:picMkLst>
            <pc:docMk/>
            <pc:sldMk cId="2584968979" sldId="262"/>
            <ac:picMk id="6" creationId="{626C7EBA-9F52-47FE-A0F5-471A2ACCB95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80E2-F1E9-9746-EF50-F7326DEE4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5C0AF-A6DC-815A-CE22-CBEDF5AD7C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3BCAF-78F2-70D3-505F-8F854242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D960-94B0-452B-A1B6-9DF0DE67E93F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04608-6978-6312-E78A-C8869C0F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68AC7-2343-3DFD-7DCB-4E949F6B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8FC-A437-4C66-A931-7FC14945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50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9D31-FB34-28E7-B710-4FB46934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3DC6A-A84C-31FA-9C32-DED0ABCCF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C8BBC-B66A-F200-2077-BEBB2A062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D960-94B0-452B-A1B6-9DF0DE67E93F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2D1EF-A1F8-3557-5575-89409577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2425A-4DA3-20FD-8661-6564583F8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8FC-A437-4C66-A931-7FC14945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54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DAE3-C4C6-1B7F-5BDD-3D55799F8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2F118-3AEE-BD6B-317A-1F709E3B8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3CC9C-02C2-E6C2-08CA-F94A6E6D6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D960-94B0-452B-A1B6-9DF0DE67E93F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41115-6D2E-5155-EF64-59656B4D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69390-20CB-E861-9F78-1C136CE9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8FC-A437-4C66-A931-7FC14945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3313-3B1B-B12E-0BD5-2E125BBA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AAEAF-F63C-2C0B-C03C-169FFEC32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947AD-ADCE-FE52-7051-ECB797D5E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066E0-5418-1D9A-5FCA-421FC61BD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D960-94B0-452B-A1B6-9DF0DE67E93F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5A993-02B1-F14F-5F36-D82478A1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B15EA-832B-5ABB-9650-CE843E87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8FC-A437-4C66-A931-7FC14945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99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7247E-8ECA-8BDF-7349-605E95739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3FAA1-133A-7FE8-2BEF-F788BB846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5FFFA-0AD3-DD08-26AB-670C06153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93C59-F7DC-9B04-7348-4C61FDFDA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89049-2926-8B16-8047-D6C763C87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4CE137-79E9-0254-ACBA-97C780D5B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D960-94B0-452B-A1B6-9DF0DE67E93F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6D0C95-E3EE-BCED-D1CA-4C931363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D13D6B-2860-0595-20DF-4144FB07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8FC-A437-4C66-A931-7FC14945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0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3970C-EB3E-9EC5-31AF-85ACBADD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5CB43E-F424-97AB-DF3A-07A67DF1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D960-94B0-452B-A1B6-9DF0DE67E93F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1CBBC-29FD-450B-4023-DF44B40B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DFC7C8-78A5-B111-BE72-341F6DAF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8FC-A437-4C66-A931-7FC14945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CE0F09-C57C-1BC7-69F0-8ED8351D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D960-94B0-452B-A1B6-9DF0DE67E93F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54ECDE-3B83-648D-F684-22106EC3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E156D-742B-A48C-A3FA-2E4622BC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8FC-A437-4C66-A931-7FC14945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06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4F309-A0EC-D705-7B96-8262C3B23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81A25-9482-0393-4668-8C63817E6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B5384-32C6-9EAB-27E8-F8432D04B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9FAF5-3BD4-B668-57B0-0DD0FDB1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D960-94B0-452B-A1B6-9DF0DE67E93F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8E7DB-88C5-F3A2-CDF2-DCFB55D03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6251A-02FF-AAF3-332F-3013FAE21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8FC-A437-4C66-A931-7FC14945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EC00-34BC-94F9-9AAE-A1F7562F6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364A27-D530-53F4-62CD-107B3D190D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0F9E3-75E3-E490-2F60-3E028A3DD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B332B-91C1-7865-8159-2F5EF79DC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D960-94B0-452B-A1B6-9DF0DE67E93F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E6D27-1EBE-1743-A461-1963B904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FD27E-089F-37CB-E06F-A82B54424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8FC-A437-4C66-A931-7FC14945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C910-D409-D70C-CF3A-179A40470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2FC5A-A644-AA0E-E757-52F307ED3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D2E69-1709-39F3-12B1-AD35DE11B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D960-94B0-452B-A1B6-9DF0DE67E93F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F052A-2F8B-FCB7-9A92-98F80D12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82834-526C-BE48-2EA0-839ADFF80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8FC-A437-4C66-A931-7FC14945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12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E81356-CD06-8B30-C63D-2346DCA963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2ED7C-4809-047F-DC27-7AB95C302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F861E-E0DF-988D-51E7-8F900970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D960-94B0-452B-A1B6-9DF0DE67E93F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3B2B9-D1EE-1BD2-ED55-BD17F78DC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EC517-DB48-6994-5215-C57DF7FE3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48FC-A437-4C66-A931-7FC14945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3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B772FA-081C-EE73-7117-7F0BEEA3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606B9-574A-9367-1C9B-0F40397A8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5498C-77EA-5DDB-836E-C0AF6E36C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0D960-94B0-452B-A1B6-9DF0DE67E93F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8F0E1-0AD5-B9C2-6F2D-14DC879D6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592C9-210A-DAA6-087A-FE297A176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D48FC-A437-4C66-A931-7FC14945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9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69E7-F58F-0905-3087-78BCCE10A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3405" y="1598788"/>
            <a:ext cx="7545185" cy="1413163"/>
          </a:xfrm>
        </p:spPr>
        <p:txBody>
          <a:bodyPr>
            <a:normAutofit/>
          </a:bodyPr>
          <a:lstStyle/>
          <a:p>
            <a:r>
              <a:rPr lang="en-US" sz="8800" b="1" dirty="0">
                <a:latin typeface="Aldhabi" panose="01000000000000000000" pitchFamily="2" charset="-78"/>
                <a:cs typeface="Aldhabi" panose="01000000000000000000" pitchFamily="2" charset="-78"/>
              </a:rPr>
              <a:t>Automatic Dark Light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1A6178-1364-8125-8E8C-8AF3F583EF79}"/>
              </a:ext>
            </a:extLst>
          </p:cNvPr>
          <p:cNvSpPr txBox="1"/>
          <p:nvPr/>
        </p:nvSpPr>
        <p:spPr>
          <a:xfrm>
            <a:off x="5260566" y="1755353"/>
            <a:ext cx="167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9A1B96B-6C13-F308-7460-E1BCD590F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565852"/>
              </p:ext>
            </p:extLst>
          </p:nvPr>
        </p:nvGraphicFramePr>
        <p:xfrm>
          <a:off x="2035460" y="3931921"/>
          <a:ext cx="8121073" cy="2749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7233">
                  <a:extLst>
                    <a:ext uri="{9D8B030D-6E8A-4147-A177-3AD203B41FA5}">
                      <a16:colId xmlns:a16="http://schemas.microsoft.com/office/drawing/2014/main" val="1336132625"/>
                    </a:ext>
                  </a:extLst>
                </a:gridCol>
                <a:gridCol w="4053840">
                  <a:extLst>
                    <a:ext uri="{9D8B030D-6E8A-4147-A177-3AD203B41FA5}">
                      <a16:colId xmlns:a16="http://schemas.microsoft.com/office/drawing/2014/main" val="2737988648"/>
                    </a:ext>
                  </a:extLst>
                </a:gridCol>
              </a:tblGrid>
              <a:tr h="5259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406287"/>
                  </a:ext>
                </a:extLst>
              </a:tr>
              <a:tr h="444675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Ekramul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22-46570-1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002198"/>
                  </a:ext>
                </a:extLst>
              </a:tr>
              <a:tr h="4446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Kazi Abdullah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Jarif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22-46386-1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701151"/>
                  </a:ext>
                </a:extLst>
              </a:tr>
              <a:tr h="4446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Mahin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Montasir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Afif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22-46573-1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428047"/>
                  </a:ext>
                </a:extLst>
              </a:tr>
              <a:tr h="4446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Abdullah Al Noman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22-46609-1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661832"/>
                  </a:ext>
                </a:extLst>
              </a:tr>
              <a:tr h="444675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Azharul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22-46816-1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706261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6D8604E8-3A00-4C0F-60A5-3A09CD59D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523" y="188025"/>
            <a:ext cx="3631702" cy="181334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8DDC9EA-A5AA-7971-38CE-F835E7E9A928}"/>
              </a:ext>
            </a:extLst>
          </p:cNvPr>
          <p:cNvSpPr/>
          <p:nvPr/>
        </p:nvSpPr>
        <p:spPr>
          <a:xfrm>
            <a:off x="2801389" y="756458"/>
            <a:ext cx="9390611" cy="6446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360E9-96B4-248E-B5BA-3B62A68FD3A0}"/>
              </a:ext>
            </a:extLst>
          </p:cNvPr>
          <p:cNvSpPr txBox="1"/>
          <p:nvPr/>
        </p:nvSpPr>
        <p:spPr>
          <a:xfrm>
            <a:off x="5455220" y="3169612"/>
            <a:ext cx="1281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- 01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78D8A-849F-8315-29F9-D5E1C91115F7}"/>
              </a:ext>
            </a:extLst>
          </p:cNvPr>
          <p:cNvSpPr txBox="1"/>
          <p:nvPr/>
        </p:nvSpPr>
        <p:spPr>
          <a:xfrm>
            <a:off x="3369420" y="2939127"/>
            <a:ext cx="5453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INSTRUCTOR: TANVIR IBNE ANWAR </a:t>
            </a:r>
          </a:p>
        </p:txBody>
      </p:sp>
    </p:spTree>
    <p:extLst>
      <p:ext uri="{BB962C8B-B14F-4D97-AF65-F5344CB8AC3E}">
        <p14:creationId xmlns:p14="http://schemas.microsoft.com/office/powerpoint/2010/main" val="1900617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F4F8A4E-4EDB-1513-FBF7-991FF1EF05F7}"/>
              </a:ext>
            </a:extLst>
          </p:cNvPr>
          <p:cNvSpPr txBox="1"/>
          <p:nvPr/>
        </p:nvSpPr>
        <p:spPr>
          <a:xfrm>
            <a:off x="4425141" y="282633"/>
            <a:ext cx="3341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ldhabi" panose="01000000000000000000" pitchFamily="2" charset="-78"/>
                <a:cs typeface="Aldhabi" panose="01000000000000000000" pitchFamily="2" charset="-78"/>
              </a:rPr>
              <a:t>COMPONENTS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2C4EF2-7B37-4880-87A9-113BFD4913EB}"/>
              </a:ext>
            </a:extLst>
          </p:cNvPr>
          <p:cNvSpPr txBox="1"/>
          <p:nvPr/>
        </p:nvSpPr>
        <p:spPr>
          <a:xfrm>
            <a:off x="986352" y="2701636"/>
            <a:ext cx="1524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Aldhabi" panose="01000000000000000000" pitchFamily="2" charset="-78"/>
              </a:rPr>
              <a:t>9V DC Relay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3E3327-E399-433D-90E2-6CA08AE540E6}"/>
              </a:ext>
            </a:extLst>
          </p:cNvPr>
          <p:cNvSpPr txBox="1"/>
          <p:nvPr/>
        </p:nvSpPr>
        <p:spPr>
          <a:xfrm>
            <a:off x="3089246" y="2701636"/>
            <a:ext cx="17379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Aldhabi" panose="01000000000000000000" pitchFamily="2" charset="-78"/>
              </a:rPr>
              <a:t>BC547A Transistor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D26FEE-2CB3-44B7-AB0A-94EAE2007D15}"/>
              </a:ext>
            </a:extLst>
          </p:cNvPr>
          <p:cNvSpPr txBox="1"/>
          <p:nvPr/>
        </p:nvSpPr>
        <p:spPr>
          <a:xfrm>
            <a:off x="5405953" y="2696547"/>
            <a:ext cx="1524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Aldhabi" panose="01000000000000000000" pitchFamily="2" charset="-78"/>
              </a:rPr>
              <a:t>1N 4007 diode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15E433-3FF8-285A-5D95-0D3CA224FA9B}"/>
              </a:ext>
            </a:extLst>
          </p:cNvPr>
          <p:cNvSpPr txBox="1"/>
          <p:nvPr/>
        </p:nvSpPr>
        <p:spPr>
          <a:xfrm>
            <a:off x="7631622" y="2689778"/>
            <a:ext cx="1524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Aldhabi" panose="01000000000000000000" pitchFamily="2" charset="-78"/>
              </a:rPr>
              <a:t>100K</a:t>
            </a:r>
            <a:r>
              <a:rPr lang="el-GR" sz="1600" b="1" dirty="0">
                <a:cs typeface="Aldhabi" panose="01000000000000000000" pitchFamily="2" charset="-78"/>
              </a:rPr>
              <a:t>Ω</a:t>
            </a:r>
            <a:r>
              <a:rPr lang="en-US" sz="1600" b="1" dirty="0">
                <a:cs typeface="Aldhabi" panose="01000000000000000000" pitchFamily="2" charset="-78"/>
              </a:rPr>
              <a:t> resistor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00098-50CC-7E35-32E2-1E04B092D546}"/>
              </a:ext>
            </a:extLst>
          </p:cNvPr>
          <p:cNvSpPr txBox="1"/>
          <p:nvPr/>
        </p:nvSpPr>
        <p:spPr>
          <a:xfrm>
            <a:off x="9825556" y="2665769"/>
            <a:ext cx="1524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Aldhabi" panose="01000000000000000000" pitchFamily="2" charset="-78"/>
              </a:rPr>
              <a:t>Small LDR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F5D359-DA2D-CBFD-6536-FB0F61CC2E87}"/>
              </a:ext>
            </a:extLst>
          </p:cNvPr>
          <p:cNvSpPr txBox="1"/>
          <p:nvPr/>
        </p:nvSpPr>
        <p:spPr>
          <a:xfrm>
            <a:off x="1031076" y="4795847"/>
            <a:ext cx="152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Aldhabi" panose="01000000000000000000" pitchFamily="2" charset="-78"/>
              </a:rPr>
              <a:t>Veroboard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C7C1F1-C676-EE01-691F-19F50E3D142D}"/>
              </a:ext>
            </a:extLst>
          </p:cNvPr>
          <p:cNvSpPr txBox="1"/>
          <p:nvPr/>
        </p:nvSpPr>
        <p:spPr>
          <a:xfrm>
            <a:off x="3196153" y="4857402"/>
            <a:ext cx="1524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cs typeface="Aldhabi" panose="01000000000000000000" pitchFamily="2" charset="-78"/>
              </a:rPr>
              <a:t>Connecting wire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CC7DB6-EF29-370E-37A7-6924B946A64D}"/>
              </a:ext>
            </a:extLst>
          </p:cNvPr>
          <p:cNvSpPr txBox="1"/>
          <p:nvPr/>
        </p:nvSpPr>
        <p:spPr>
          <a:xfrm>
            <a:off x="5405896" y="4842013"/>
            <a:ext cx="1524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Aldhabi" panose="01000000000000000000" pitchFamily="2" charset="-78"/>
              </a:rPr>
              <a:t>Light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54305C-9195-8708-70CE-E78979EC4F45}"/>
              </a:ext>
            </a:extLst>
          </p:cNvPr>
          <p:cNvSpPr txBox="1"/>
          <p:nvPr/>
        </p:nvSpPr>
        <p:spPr>
          <a:xfrm>
            <a:off x="7641594" y="4826625"/>
            <a:ext cx="1524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Aldhabi" panose="01000000000000000000" pitchFamily="2" charset="-78"/>
              </a:rPr>
              <a:t>Light Holder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F4AAFE-C635-4AD2-4313-3E741CE801DA}"/>
              </a:ext>
            </a:extLst>
          </p:cNvPr>
          <p:cNvSpPr txBox="1"/>
          <p:nvPr/>
        </p:nvSpPr>
        <p:spPr>
          <a:xfrm>
            <a:off x="9877292" y="4826625"/>
            <a:ext cx="1524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Aldhabi" panose="01000000000000000000" pitchFamily="2" charset="-78"/>
              </a:rPr>
              <a:t>Plug (2 pin )</a:t>
            </a:r>
          </a:p>
        </p:txBody>
      </p:sp>
      <p:pic>
        <p:nvPicPr>
          <p:cNvPr id="28" name="Picture 27" descr="A close-up of a pencil&#10;&#10;Description automatically generated with low confidence">
            <a:extLst>
              <a:ext uri="{FF2B5EF4-FFF2-40B4-BE49-F238E27FC236}">
                <a16:creationId xmlns:a16="http://schemas.microsoft.com/office/drawing/2014/main" id="{417D5521-5157-A2C1-1B4F-8AB1C1986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985" y="1870217"/>
            <a:ext cx="1435391" cy="8263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0" name="Picture 29" descr="A picture containing tube">
            <a:extLst>
              <a:ext uri="{FF2B5EF4-FFF2-40B4-BE49-F238E27FC236}">
                <a16:creationId xmlns:a16="http://schemas.microsoft.com/office/drawing/2014/main" id="{2F837411-95EC-FBFE-077B-661CD565B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238" y="1868063"/>
            <a:ext cx="1403103" cy="8462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3" name="Picture 32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3179AE38-16BB-BBD4-BF69-709790583E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99" y="1870217"/>
            <a:ext cx="1448106" cy="8440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5" name="Picture 34" descr="Background pattern&#10;&#10;Description automatically generated">
            <a:extLst>
              <a:ext uri="{FF2B5EF4-FFF2-40B4-BE49-F238E27FC236}">
                <a16:creationId xmlns:a16="http://schemas.microsoft.com/office/drawing/2014/main" id="{41DAE32D-29B9-2413-D4CA-4F775832CE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199" y="4013324"/>
            <a:ext cx="1448048" cy="8440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7" name="Picture 36" descr="A picture containing thread&#10;&#10;Description automatically generated">
            <a:extLst>
              <a:ext uri="{FF2B5EF4-FFF2-40B4-BE49-F238E27FC236}">
                <a16:creationId xmlns:a16="http://schemas.microsoft.com/office/drawing/2014/main" id="{5121C2E9-ACA0-1B19-F2E6-924BA65A97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77" y="4013324"/>
            <a:ext cx="1456098" cy="8360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D8A35EF-4DD2-03D8-F319-06801D43EA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134" y="1868063"/>
            <a:ext cx="1371599" cy="8359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1" name="Picture 40" descr="A picture containing text">
            <a:extLst>
              <a:ext uri="{FF2B5EF4-FFF2-40B4-BE49-F238E27FC236}">
                <a16:creationId xmlns:a16="http://schemas.microsoft.com/office/drawing/2014/main" id="{BECF8AF3-42C4-0EA2-42C6-4874289D46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584" y="1870217"/>
            <a:ext cx="1435391" cy="8337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3" name="Picture 42" descr="A picture containing cable, connector, adapter, plug&#10;&#10;Description automatically generated">
            <a:extLst>
              <a:ext uri="{FF2B5EF4-FFF2-40B4-BE49-F238E27FC236}">
                <a16:creationId xmlns:a16="http://schemas.microsoft.com/office/drawing/2014/main" id="{C5048A43-FC27-5C4D-CCDE-402364AFFF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134" y="4013324"/>
            <a:ext cx="1371599" cy="8360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4F16ACF-06E6-F66C-0463-D82A348EAC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984" y="4013324"/>
            <a:ext cx="1469809" cy="8440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7" name="Picture 46" descr="A picture containing light, lamp">
            <a:extLst>
              <a:ext uri="{FF2B5EF4-FFF2-40B4-BE49-F238E27FC236}">
                <a16:creationId xmlns:a16="http://schemas.microsoft.com/office/drawing/2014/main" id="{70A6BB15-66B9-374E-5DFE-53C7EE7CE5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237" y="4013324"/>
            <a:ext cx="1397443" cy="8440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82944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77FC21-6960-4A77-95B4-0F6A79B9769F}"/>
              </a:ext>
            </a:extLst>
          </p:cNvPr>
          <p:cNvSpPr/>
          <p:nvPr/>
        </p:nvSpPr>
        <p:spPr>
          <a:xfrm>
            <a:off x="4070963" y="273359"/>
            <a:ext cx="4050072" cy="740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Circuit Diagram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4053796-1A1F-443B-8F1B-C1301E5B2011}"/>
              </a:ext>
            </a:extLst>
          </p:cNvPr>
          <p:cNvGrpSpPr/>
          <p:nvPr/>
        </p:nvGrpSpPr>
        <p:grpSpPr>
          <a:xfrm>
            <a:off x="416459" y="1013988"/>
            <a:ext cx="11356064" cy="4919653"/>
            <a:chOff x="416459" y="1013988"/>
            <a:chExt cx="11356064" cy="4919653"/>
          </a:xfrm>
        </p:grpSpPr>
        <p:pic>
          <p:nvPicPr>
            <p:cNvPr id="6" name="Picture 5" descr="Diagram&#10;&#10;Description automatically generated">
              <a:extLst>
                <a:ext uri="{FF2B5EF4-FFF2-40B4-BE49-F238E27FC236}">
                  <a16:creationId xmlns:a16="http://schemas.microsoft.com/office/drawing/2014/main" id="{626C7EBA-9F52-47FE-A0F5-471A2ACCB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477" y="1013988"/>
              <a:ext cx="11353046" cy="491965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E460E3E-7A84-4AC3-B545-145E8C6F6814}"/>
                </a:ext>
              </a:extLst>
            </p:cNvPr>
            <p:cNvSpPr/>
            <p:nvPr/>
          </p:nvSpPr>
          <p:spPr>
            <a:xfrm>
              <a:off x="416459" y="5522614"/>
              <a:ext cx="516048" cy="362138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4968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BD7DC-D147-8C4A-4369-D607DB2AFECE}"/>
              </a:ext>
            </a:extLst>
          </p:cNvPr>
          <p:cNvSpPr txBox="1">
            <a:spLocks/>
          </p:cNvSpPr>
          <p:nvPr/>
        </p:nvSpPr>
        <p:spPr>
          <a:xfrm>
            <a:off x="4763933" y="3827844"/>
            <a:ext cx="6766405" cy="11681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5600" b="1" dirty="0">
                <a:solidFill>
                  <a:srgbClr val="FFFFFE"/>
                </a:solidFill>
              </a:rPr>
              <a:t>Relay Working Principle</a:t>
            </a: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EBF4792E-DF83-4D24-9924-01EC30A3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8512"/>
            <a:ext cx="3952259" cy="5932172"/>
          </a:xfrm>
          <a:custGeom>
            <a:avLst/>
            <a:gdLst>
              <a:gd name="connsiteX0" fmla="*/ 986173 w 3952259"/>
              <a:gd name="connsiteY0" fmla="*/ 0 h 5932172"/>
              <a:gd name="connsiteX1" fmla="*/ 3952259 w 3952259"/>
              <a:gd name="connsiteY1" fmla="*/ 2966086 h 5932172"/>
              <a:gd name="connsiteX2" fmla="*/ 986173 w 3952259"/>
              <a:gd name="connsiteY2" fmla="*/ 5932172 h 5932172"/>
              <a:gd name="connsiteX3" fmla="*/ 104150 w 3952259"/>
              <a:gd name="connsiteY3" fmla="*/ 5798823 h 5932172"/>
              <a:gd name="connsiteX4" fmla="*/ 0 w 3952259"/>
              <a:gd name="connsiteY4" fmla="*/ 5760704 h 5932172"/>
              <a:gd name="connsiteX5" fmla="*/ 0 w 3952259"/>
              <a:gd name="connsiteY5" fmla="*/ 171469 h 5932172"/>
              <a:gd name="connsiteX6" fmla="*/ 104150 w 3952259"/>
              <a:gd name="connsiteY6" fmla="*/ 133350 h 5932172"/>
              <a:gd name="connsiteX7" fmla="*/ 986173 w 3952259"/>
              <a:gd name="connsiteY7" fmla="*/ 0 h 5932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2259" h="5932172">
                <a:moveTo>
                  <a:pt x="986173" y="0"/>
                </a:moveTo>
                <a:cubicBezTo>
                  <a:pt x="2624297" y="0"/>
                  <a:pt x="3952259" y="1327962"/>
                  <a:pt x="3952259" y="2966086"/>
                </a:cubicBezTo>
                <a:cubicBezTo>
                  <a:pt x="3952259" y="4604210"/>
                  <a:pt x="2624297" y="5932172"/>
                  <a:pt x="986173" y="5932172"/>
                </a:cubicBezTo>
                <a:cubicBezTo>
                  <a:pt x="679025" y="5932172"/>
                  <a:pt x="382781" y="5885486"/>
                  <a:pt x="104150" y="5798823"/>
                </a:cubicBezTo>
                <a:lnTo>
                  <a:pt x="0" y="5760704"/>
                </a:lnTo>
                <a:lnTo>
                  <a:pt x="0" y="171469"/>
                </a:lnTo>
                <a:lnTo>
                  <a:pt x="104150" y="133350"/>
                </a:lnTo>
                <a:cubicBezTo>
                  <a:pt x="382781" y="46686"/>
                  <a:pt x="679025" y="0"/>
                  <a:pt x="9861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15837328-A57C-47AA-B520-C83F4A6BD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8125" y="0"/>
            <a:ext cx="4475748" cy="3256337"/>
          </a:xfrm>
          <a:custGeom>
            <a:avLst/>
            <a:gdLst>
              <a:gd name="connsiteX0" fmla="*/ 246861 w 4475748"/>
              <a:gd name="connsiteY0" fmla="*/ 0 h 3256337"/>
              <a:gd name="connsiteX1" fmla="*/ 4228888 w 4475748"/>
              <a:gd name="connsiteY1" fmla="*/ 0 h 3256337"/>
              <a:gd name="connsiteX2" fmla="*/ 4299885 w 4475748"/>
              <a:gd name="connsiteY2" fmla="*/ 147382 h 3256337"/>
              <a:gd name="connsiteX3" fmla="*/ 4475748 w 4475748"/>
              <a:gd name="connsiteY3" fmla="*/ 1018463 h 3256337"/>
              <a:gd name="connsiteX4" fmla="*/ 2237874 w 4475748"/>
              <a:gd name="connsiteY4" fmla="*/ 3256337 h 3256337"/>
              <a:gd name="connsiteX5" fmla="*/ 0 w 4475748"/>
              <a:gd name="connsiteY5" fmla="*/ 1018463 h 3256337"/>
              <a:gd name="connsiteX6" fmla="*/ 175863 w 4475748"/>
              <a:gd name="connsiteY6" fmla="*/ 147382 h 3256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5748" h="3256337">
                <a:moveTo>
                  <a:pt x="246861" y="0"/>
                </a:moveTo>
                <a:lnTo>
                  <a:pt x="4228888" y="0"/>
                </a:lnTo>
                <a:lnTo>
                  <a:pt x="4299885" y="147382"/>
                </a:lnTo>
                <a:cubicBezTo>
                  <a:pt x="4413128" y="415117"/>
                  <a:pt x="4475748" y="709477"/>
                  <a:pt x="4475748" y="1018463"/>
                </a:cubicBezTo>
                <a:cubicBezTo>
                  <a:pt x="4475748" y="2254407"/>
                  <a:pt x="3473818" y="3256337"/>
                  <a:pt x="2237874" y="3256337"/>
                </a:cubicBezTo>
                <a:cubicBezTo>
                  <a:pt x="1001930" y="3256337"/>
                  <a:pt x="0" y="2254407"/>
                  <a:pt x="0" y="1018463"/>
                </a:cubicBezTo>
                <a:cubicBezTo>
                  <a:pt x="0" y="709477"/>
                  <a:pt x="62621" y="415117"/>
                  <a:pt x="175863" y="14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7" name="Arc 1036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580241">
            <a:off x="-1784401" y="613620"/>
            <a:ext cx="6199926" cy="6199926"/>
          </a:xfrm>
          <a:prstGeom prst="arc">
            <a:avLst>
              <a:gd name="adj1" fmla="val 14455503"/>
              <a:gd name="adj2" fmla="val 18389131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2" descr="How Relays Work">
            <a:extLst>
              <a:ext uri="{FF2B5EF4-FFF2-40B4-BE49-F238E27FC236}">
                <a16:creationId xmlns:a16="http://schemas.microsoft.com/office/drawing/2014/main" id="{D32A69E5-D97E-40F2-8CC3-8EB31D16D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7095" y="579530"/>
            <a:ext cx="3577091" cy="1430836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A03A6A2-7849-4179-B68F-C11DDDB23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1078" y="0"/>
            <a:ext cx="3440922" cy="3674631"/>
          </a:xfrm>
          <a:custGeom>
            <a:avLst/>
            <a:gdLst>
              <a:gd name="connsiteX0" fmla="*/ 523074 w 3440922"/>
              <a:gd name="connsiteY0" fmla="*/ 0 h 3674631"/>
              <a:gd name="connsiteX1" fmla="*/ 3440922 w 3440922"/>
              <a:gd name="connsiteY1" fmla="*/ 0 h 3674631"/>
              <a:gd name="connsiteX2" fmla="*/ 3440922 w 3440922"/>
              <a:gd name="connsiteY2" fmla="*/ 3321701 h 3674631"/>
              <a:gd name="connsiteX3" fmla="*/ 3304578 w 3440922"/>
              <a:gd name="connsiteY3" fmla="*/ 3404532 h 3674631"/>
              <a:gd name="connsiteX4" fmla="*/ 2237874 w 3440922"/>
              <a:gd name="connsiteY4" fmla="*/ 3674631 h 3674631"/>
              <a:gd name="connsiteX5" fmla="*/ 0 w 3440922"/>
              <a:gd name="connsiteY5" fmla="*/ 1436757 h 3674631"/>
              <a:gd name="connsiteX6" fmla="*/ 511022 w 3440922"/>
              <a:gd name="connsiteY6" fmla="*/ 13261 h 367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40922" h="3674631">
                <a:moveTo>
                  <a:pt x="523074" y="0"/>
                </a:moveTo>
                <a:lnTo>
                  <a:pt x="3440922" y="0"/>
                </a:lnTo>
                <a:lnTo>
                  <a:pt x="3440922" y="3321701"/>
                </a:lnTo>
                <a:lnTo>
                  <a:pt x="3304578" y="3404532"/>
                </a:lnTo>
                <a:cubicBezTo>
                  <a:pt x="2987486" y="3576786"/>
                  <a:pt x="2624107" y="3674631"/>
                  <a:pt x="2237874" y="3674631"/>
                </a:cubicBezTo>
                <a:cubicBezTo>
                  <a:pt x="1001930" y="3674631"/>
                  <a:pt x="0" y="2672701"/>
                  <a:pt x="0" y="1436757"/>
                </a:cubicBezTo>
                <a:cubicBezTo>
                  <a:pt x="0" y="896032"/>
                  <a:pt x="191776" y="400098"/>
                  <a:pt x="511022" y="132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How Relays Work">
            <a:extLst>
              <a:ext uri="{FF2B5EF4-FFF2-40B4-BE49-F238E27FC236}">
                <a16:creationId xmlns:a16="http://schemas.microsoft.com/office/drawing/2014/main" id="{D053AA14-B923-4765-9D62-8EB37759D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73404" y="704514"/>
            <a:ext cx="2518129" cy="1784045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0D52B80-523B-45D5-B392-F4D75C67C4B7}"/>
              </a:ext>
            </a:extLst>
          </p:cNvPr>
          <p:cNvGrpSpPr/>
          <p:nvPr/>
        </p:nvGrpSpPr>
        <p:grpSpPr>
          <a:xfrm>
            <a:off x="-2" y="2738132"/>
            <a:ext cx="3858126" cy="1089712"/>
            <a:chOff x="-2" y="2738132"/>
            <a:chExt cx="3926168" cy="108971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3FDA58F-D0AC-43CE-BB70-EE55F0381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" y="2738132"/>
              <a:ext cx="3926168" cy="108971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7B3ABD9-7CFE-4AAD-B916-02DCA5B174B9}"/>
                </a:ext>
              </a:extLst>
            </p:cNvPr>
            <p:cNvSpPr/>
            <p:nvPr/>
          </p:nvSpPr>
          <p:spPr>
            <a:xfrm>
              <a:off x="2738438" y="3273985"/>
              <a:ext cx="1014412" cy="1012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b="1" dirty="0">
                  <a:solidFill>
                    <a:schemeClr val="accent6">
                      <a:lumMod val="75000"/>
                    </a:schemeClr>
                  </a:solidFill>
                </a:rPr>
                <a:t>Common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4765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ow Relay works? – The Complete Illustrated Guide – Smart Solutions for Home">
            <a:extLst>
              <a:ext uri="{FF2B5EF4-FFF2-40B4-BE49-F238E27FC236}">
                <a16:creationId xmlns:a16="http://schemas.microsoft.com/office/drawing/2014/main" id="{BA6B78F9-281F-46BB-B55C-136194E7A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3348" y="643467"/>
            <a:ext cx="9745303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79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77FC21-6960-4A77-95B4-0F6A79B9769F}"/>
              </a:ext>
            </a:extLst>
          </p:cNvPr>
          <p:cNvSpPr/>
          <p:nvPr/>
        </p:nvSpPr>
        <p:spPr>
          <a:xfrm>
            <a:off x="3170182" y="0"/>
            <a:ext cx="5851636" cy="740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Signal Generator for Relay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4053796-1A1F-443B-8F1B-C1301E5B2011}"/>
              </a:ext>
            </a:extLst>
          </p:cNvPr>
          <p:cNvGrpSpPr/>
          <p:nvPr/>
        </p:nvGrpSpPr>
        <p:grpSpPr>
          <a:xfrm>
            <a:off x="416459" y="997107"/>
            <a:ext cx="11356064" cy="4919653"/>
            <a:chOff x="416459" y="997107"/>
            <a:chExt cx="11356064" cy="4919653"/>
          </a:xfrm>
        </p:grpSpPr>
        <p:pic>
          <p:nvPicPr>
            <p:cNvPr id="6" name="Picture 5" descr="Diagram&#10;&#10;Description automatically generated">
              <a:extLst>
                <a:ext uri="{FF2B5EF4-FFF2-40B4-BE49-F238E27FC236}">
                  <a16:creationId xmlns:a16="http://schemas.microsoft.com/office/drawing/2014/main" id="{626C7EBA-9F52-47FE-A0F5-471A2ACCB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477" y="997107"/>
              <a:ext cx="11353046" cy="491965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E460E3E-7A84-4AC3-B545-145E8C6F6814}"/>
                </a:ext>
              </a:extLst>
            </p:cNvPr>
            <p:cNvSpPr/>
            <p:nvPr/>
          </p:nvSpPr>
          <p:spPr>
            <a:xfrm>
              <a:off x="416459" y="5522614"/>
              <a:ext cx="516048" cy="362138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D7811A2-D20C-447E-8642-5BE6CB2DFF20}"/>
              </a:ext>
            </a:extLst>
          </p:cNvPr>
          <p:cNvSpPr/>
          <p:nvPr/>
        </p:nvSpPr>
        <p:spPr>
          <a:xfrm>
            <a:off x="4345663" y="3902044"/>
            <a:ext cx="3775372" cy="133991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6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77FC21-6960-4A77-95B4-0F6A79B9769F}"/>
              </a:ext>
            </a:extLst>
          </p:cNvPr>
          <p:cNvSpPr/>
          <p:nvPr/>
        </p:nvSpPr>
        <p:spPr>
          <a:xfrm>
            <a:off x="3170182" y="0"/>
            <a:ext cx="5851636" cy="740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Signal Generator for Relay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50DDBB-31C1-4418-9043-713AFA8C9827}"/>
              </a:ext>
            </a:extLst>
          </p:cNvPr>
          <p:cNvSpPr/>
          <p:nvPr/>
        </p:nvSpPr>
        <p:spPr>
          <a:xfrm>
            <a:off x="859301" y="5508172"/>
            <a:ext cx="4281866" cy="740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When Light is 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294E18-343C-4708-8CEA-6CFE12AF611F}"/>
              </a:ext>
            </a:extLst>
          </p:cNvPr>
          <p:cNvSpPr/>
          <p:nvPr/>
        </p:nvSpPr>
        <p:spPr>
          <a:xfrm>
            <a:off x="6846119" y="5510544"/>
            <a:ext cx="4281866" cy="740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When Light is High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6263BD-E2C6-4DF1-8FBE-265AF35BA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50" y="1173283"/>
            <a:ext cx="4709568" cy="45800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12E690-B254-456C-83E8-7A16A1267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499" y="1119938"/>
            <a:ext cx="4808637" cy="46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8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FAC3340-3DA0-4ED9-97AD-F38ED3D627C9}"/>
              </a:ext>
            </a:extLst>
          </p:cNvPr>
          <p:cNvGrpSpPr/>
          <p:nvPr/>
        </p:nvGrpSpPr>
        <p:grpSpPr>
          <a:xfrm>
            <a:off x="417968" y="969173"/>
            <a:ext cx="11356064" cy="4919653"/>
            <a:chOff x="416459" y="1013988"/>
            <a:chExt cx="11356064" cy="4919653"/>
          </a:xfrm>
        </p:grpSpPr>
        <p:pic>
          <p:nvPicPr>
            <p:cNvPr id="3" name="Picture 2" descr="Diagram&#10;&#10;Description automatically generated">
              <a:extLst>
                <a:ext uri="{FF2B5EF4-FFF2-40B4-BE49-F238E27FC236}">
                  <a16:creationId xmlns:a16="http://schemas.microsoft.com/office/drawing/2014/main" id="{6C2C911D-4980-4F4A-90CC-76A8C0D79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477" y="1013988"/>
              <a:ext cx="11353046" cy="491965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9F48DD0-6218-4E0D-99ED-A25DF48B32EC}"/>
                </a:ext>
              </a:extLst>
            </p:cNvPr>
            <p:cNvSpPr/>
            <p:nvPr/>
          </p:nvSpPr>
          <p:spPr>
            <a:xfrm>
              <a:off x="416459" y="5522614"/>
              <a:ext cx="516048" cy="362138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32E3239-38BA-4AC8-BF13-6A3DFFAD6257}"/>
              </a:ext>
            </a:extLst>
          </p:cNvPr>
          <p:cNvSpPr/>
          <p:nvPr/>
        </p:nvSpPr>
        <p:spPr>
          <a:xfrm>
            <a:off x="6681457" y="4182701"/>
            <a:ext cx="914400" cy="344032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CE3B19-343A-4944-9647-11706FC75B8A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7138657" y="2218099"/>
            <a:ext cx="1063783" cy="196460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7026CAD-9A40-4E91-9F1E-42295D437CB0}"/>
              </a:ext>
            </a:extLst>
          </p:cNvPr>
          <p:cNvSpPr/>
          <p:nvPr/>
        </p:nvSpPr>
        <p:spPr>
          <a:xfrm>
            <a:off x="7521165" y="1760899"/>
            <a:ext cx="1385181" cy="506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Why?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E24E38-0B09-4210-B465-B4D05E8CBFD3}"/>
              </a:ext>
            </a:extLst>
          </p:cNvPr>
          <p:cNvSpPr/>
          <p:nvPr/>
        </p:nvSpPr>
        <p:spPr>
          <a:xfrm>
            <a:off x="3955067" y="-16099"/>
            <a:ext cx="4281866" cy="740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Relay Feedback Current</a:t>
            </a:r>
          </a:p>
        </p:txBody>
      </p:sp>
    </p:spTree>
    <p:extLst>
      <p:ext uri="{BB962C8B-B14F-4D97-AF65-F5344CB8AC3E}">
        <p14:creationId xmlns:p14="http://schemas.microsoft.com/office/powerpoint/2010/main" val="280460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1C065C-4BB6-4719-A38E-D1D90B40C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583470" y="-1172829"/>
            <a:ext cx="3025060" cy="92036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EBE3B2-B169-4FC8-9ADA-4F9DD2A2691B}"/>
              </a:ext>
            </a:extLst>
          </p:cNvPr>
          <p:cNvSpPr/>
          <p:nvPr/>
        </p:nvSpPr>
        <p:spPr>
          <a:xfrm>
            <a:off x="2547776" y="592890"/>
            <a:ext cx="7096448" cy="740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Practical Demonstration of Circuit Diagram</a:t>
            </a:r>
          </a:p>
        </p:txBody>
      </p:sp>
    </p:spTree>
    <p:extLst>
      <p:ext uri="{BB962C8B-B14F-4D97-AF65-F5344CB8AC3E}">
        <p14:creationId xmlns:p14="http://schemas.microsoft.com/office/powerpoint/2010/main" val="1784722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CFCDAE-2B6F-8CF3-3C76-E29A2DDF390F}"/>
              </a:ext>
            </a:extLst>
          </p:cNvPr>
          <p:cNvSpPr/>
          <p:nvPr/>
        </p:nvSpPr>
        <p:spPr>
          <a:xfrm>
            <a:off x="-556953" y="-299258"/>
            <a:ext cx="13159048" cy="749808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AA321FA1-76B9-6E63-8AD0-8CDA03B713BC}"/>
              </a:ext>
            </a:extLst>
          </p:cNvPr>
          <p:cNvSpPr/>
          <p:nvPr/>
        </p:nvSpPr>
        <p:spPr>
          <a:xfrm>
            <a:off x="5577119" y="588246"/>
            <a:ext cx="1259840" cy="12598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266700">
              <a:schemeClr val="bg1">
                <a:alpha val="24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153C819-D9E9-29B6-7456-B550B9118749}"/>
              </a:ext>
            </a:extLst>
          </p:cNvPr>
          <p:cNvGrpSpPr/>
          <p:nvPr/>
        </p:nvGrpSpPr>
        <p:grpSpPr>
          <a:xfrm>
            <a:off x="9204515" y="2065727"/>
            <a:ext cx="660517" cy="1321492"/>
            <a:chOff x="7576457" y="965200"/>
            <a:chExt cx="924880" cy="2011749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9C2F441-2D91-62F2-3A08-8CAABD9CD811}"/>
                </a:ext>
              </a:extLst>
            </p:cNvPr>
            <p:cNvSpPr/>
            <p:nvPr/>
          </p:nvSpPr>
          <p:spPr>
            <a:xfrm>
              <a:off x="7953404" y="2050431"/>
              <a:ext cx="170986" cy="926518"/>
            </a:xfrm>
            <a:prstGeom prst="rect">
              <a:avLst/>
            </a:prstGeom>
            <a:solidFill>
              <a:srgbClr val="E87A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D9E136A1-FFE5-5FD1-DAE0-1798CB0272E0}"/>
                </a:ext>
              </a:extLst>
            </p:cNvPr>
            <p:cNvSpPr/>
            <p:nvPr/>
          </p:nvSpPr>
          <p:spPr>
            <a:xfrm>
              <a:off x="7576457" y="965200"/>
              <a:ext cx="924880" cy="1133067"/>
            </a:xfrm>
            <a:prstGeom prst="triangle">
              <a:avLst/>
            </a:pr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B75B6EA-5A8E-62F6-50ED-2CA686A1880C}"/>
              </a:ext>
            </a:extLst>
          </p:cNvPr>
          <p:cNvGrpSpPr/>
          <p:nvPr/>
        </p:nvGrpSpPr>
        <p:grpSpPr>
          <a:xfrm>
            <a:off x="6916777" y="2021844"/>
            <a:ext cx="495188" cy="990719"/>
            <a:chOff x="7576457" y="965200"/>
            <a:chExt cx="924880" cy="2011749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C647B29-FE85-9C4F-9D05-5512A8AC10F5}"/>
                </a:ext>
              </a:extLst>
            </p:cNvPr>
            <p:cNvSpPr/>
            <p:nvPr/>
          </p:nvSpPr>
          <p:spPr>
            <a:xfrm>
              <a:off x="7953404" y="2050431"/>
              <a:ext cx="170986" cy="926518"/>
            </a:xfrm>
            <a:prstGeom prst="rect">
              <a:avLst/>
            </a:prstGeom>
            <a:solidFill>
              <a:srgbClr val="E87A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Isosceles Triangle 83">
              <a:extLst>
                <a:ext uri="{FF2B5EF4-FFF2-40B4-BE49-F238E27FC236}">
                  <a16:creationId xmlns:a16="http://schemas.microsoft.com/office/drawing/2014/main" id="{FBD8305A-D7A5-94C6-DC9C-D6C7041FEA1F}"/>
                </a:ext>
              </a:extLst>
            </p:cNvPr>
            <p:cNvSpPr/>
            <p:nvPr/>
          </p:nvSpPr>
          <p:spPr>
            <a:xfrm>
              <a:off x="7576457" y="965200"/>
              <a:ext cx="924880" cy="1133067"/>
            </a:xfrm>
            <a:prstGeom prst="triangle">
              <a:avLst/>
            </a:pr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4F28411-3F6E-2825-6DF1-40F56FA99966}"/>
              </a:ext>
            </a:extLst>
          </p:cNvPr>
          <p:cNvGrpSpPr/>
          <p:nvPr/>
        </p:nvGrpSpPr>
        <p:grpSpPr>
          <a:xfrm>
            <a:off x="3919729" y="2421045"/>
            <a:ext cx="495188" cy="990719"/>
            <a:chOff x="7576457" y="965200"/>
            <a:chExt cx="924880" cy="2011749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91783B9-2C57-FDCC-6E69-3EF76DDEC6C8}"/>
                </a:ext>
              </a:extLst>
            </p:cNvPr>
            <p:cNvSpPr/>
            <p:nvPr/>
          </p:nvSpPr>
          <p:spPr>
            <a:xfrm>
              <a:off x="7953404" y="2050431"/>
              <a:ext cx="170986" cy="926518"/>
            </a:xfrm>
            <a:prstGeom prst="rect">
              <a:avLst/>
            </a:prstGeom>
            <a:solidFill>
              <a:srgbClr val="E87A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Isosceles Triangle 86">
              <a:extLst>
                <a:ext uri="{FF2B5EF4-FFF2-40B4-BE49-F238E27FC236}">
                  <a16:creationId xmlns:a16="http://schemas.microsoft.com/office/drawing/2014/main" id="{6B4220EF-40FF-C010-938F-964F1AF53EA4}"/>
                </a:ext>
              </a:extLst>
            </p:cNvPr>
            <p:cNvSpPr/>
            <p:nvPr/>
          </p:nvSpPr>
          <p:spPr>
            <a:xfrm>
              <a:off x="7576457" y="965200"/>
              <a:ext cx="924880" cy="1133067"/>
            </a:xfrm>
            <a:prstGeom prst="triangle">
              <a:avLst/>
            </a:pr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5AE56D7-B397-A69D-22A3-DE1375D0D708}"/>
              </a:ext>
            </a:extLst>
          </p:cNvPr>
          <p:cNvGrpSpPr/>
          <p:nvPr/>
        </p:nvGrpSpPr>
        <p:grpSpPr>
          <a:xfrm>
            <a:off x="4304627" y="2435190"/>
            <a:ext cx="3720569" cy="2667148"/>
            <a:chOff x="4230799" y="1368753"/>
            <a:chExt cx="3720569" cy="2667148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DD69F96-8A69-457B-3479-F5BC08685B9A}"/>
                </a:ext>
              </a:extLst>
            </p:cNvPr>
            <p:cNvSpPr/>
            <p:nvPr/>
          </p:nvSpPr>
          <p:spPr>
            <a:xfrm>
              <a:off x="4230799" y="1368753"/>
              <a:ext cx="1860285" cy="2667148"/>
            </a:xfrm>
            <a:custGeom>
              <a:avLst/>
              <a:gdLst>
                <a:gd name="connsiteX0" fmla="*/ 1860285 w 1860285"/>
                <a:gd name="connsiteY0" fmla="*/ 0 h 2667148"/>
                <a:gd name="connsiteX1" fmla="*/ 1860285 w 1860285"/>
                <a:gd name="connsiteY1" fmla="*/ 2667148 h 2667148"/>
                <a:gd name="connsiteX2" fmla="*/ 1726185 w 1860285"/>
                <a:gd name="connsiteY2" fmla="*/ 2662444 h 2667148"/>
                <a:gd name="connsiteX3" fmla="*/ 0 w 1860285"/>
                <a:gd name="connsiteY3" fmla="*/ 1333574 h 2667148"/>
                <a:gd name="connsiteX4" fmla="*/ 1726185 w 1860285"/>
                <a:gd name="connsiteY4" fmla="*/ 4705 h 266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285" h="2667148">
                  <a:moveTo>
                    <a:pt x="1860285" y="0"/>
                  </a:moveTo>
                  <a:lnTo>
                    <a:pt x="1860285" y="2667148"/>
                  </a:lnTo>
                  <a:lnTo>
                    <a:pt x="1726185" y="2662444"/>
                  </a:lnTo>
                  <a:cubicBezTo>
                    <a:pt x="756613" y="2594039"/>
                    <a:pt x="0" y="2025189"/>
                    <a:pt x="0" y="1333574"/>
                  </a:cubicBezTo>
                  <a:cubicBezTo>
                    <a:pt x="0" y="641959"/>
                    <a:pt x="756613" y="73109"/>
                    <a:pt x="1726185" y="4705"/>
                  </a:cubicBezTo>
                  <a:close/>
                </a:path>
              </a:pathLst>
            </a:custGeom>
            <a:solidFill>
              <a:srgbClr val="92AC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C9A5D6A-2D22-E51C-722C-4D01941EA548}"/>
                </a:ext>
              </a:extLst>
            </p:cNvPr>
            <p:cNvSpPr/>
            <p:nvPr/>
          </p:nvSpPr>
          <p:spPr>
            <a:xfrm flipH="1">
              <a:off x="6091083" y="1368753"/>
              <a:ext cx="1860285" cy="2667148"/>
            </a:xfrm>
            <a:custGeom>
              <a:avLst/>
              <a:gdLst>
                <a:gd name="connsiteX0" fmla="*/ 1860285 w 1860285"/>
                <a:gd name="connsiteY0" fmla="*/ 0 h 2667148"/>
                <a:gd name="connsiteX1" fmla="*/ 1860285 w 1860285"/>
                <a:gd name="connsiteY1" fmla="*/ 2667148 h 2667148"/>
                <a:gd name="connsiteX2" fmla="*/ 1726185 w 1860285"/>
                <a:gd name="connsiteY2" fmla="*/ 2662444 h 2667148"/>
                <a:gd name="connsiteX3" fmla="*/ 0 w 1860285"/>
                <a:gd name="connsiteY3" fmla="*/ 1333574 h 2667148"/>
                <a:gd name="connsiteX4" fmla="*/ 1726185 w 1860285"/>
                <a:gd name="connsiteY4" fmla="*/ 4705 h 266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285" h="2667148">
                  <a:moveTo>
                    <a:pt x="1860285" y="0"/>
                  </a:moveTo>
                  <a:lnTo>
                    <a:pt x="1860285" y="2667148"/>
                  </a:lnTo>
                  <a:lnTo>
                    <a:pt x="1726185" y="2662444"/>
                  </a:lnTo>
                  <a:cubicBezTo>
                    <a:pt x="756613" y="2594039"/>
                    <a:pt x="0" y="2025189"/>
                    <a:pt x="0" y="1333574"/>
                  </a:cubicBezTo>
                  <a:cubicBezTo>
                    <a:pt x="0" y="641959"/>
                    <a:pt x="756613" y="73109"/>
                    <a:pt x="1726185" y="4705"/>
                  </a:cubicBezTo>
                  <a:close/>
                </a:path>
              </a:pathLst>
            </a:custGeom>
            <a:solidFill>
              <a:srgbClr val="579E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7F4E004-1B58-E2CF-E4F9-54DDCCECAF6D}"/>
              </a:ext>
            </a:extLst>
          </p:cNvPr>
          <p:cNvGrpSpPr/>
          <p:nvPr/>
        </p:nvGrpSpPr>
        <p:grpSpPr>
          <a:xfrm>
            <a:off x="1769646" y="3206399"/>
            <a:ext cx="3650103" cy="2482794"/>
            <a:chOff x="4230799" y="1368753"/>
            <a:chExt cx="3720569" cy="2667148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7920AD5-4357-51C4-A378-04CEDC1AAFAC}"/>
                </a:ext>
              </a:extLst>
            </p:cNvPr>
            <p:cNvSpPr/>
            <p:nvPr/>
          </p:nvSpPr>
          <p:spPr>
            <a:xfrm>
              <a:off x="4230799" y="1368753"/>
              <a:ext cx="1860285" cy="2667148"/>
            </a:xfrm>
            <a:custGeom>
              <a:avLst/>
              <a:gdLst>
                <a:gd name="connsiteX0" fmla="*/ 1860285 w 1860285"/>
                <a:gd name="connsiteY0" fmla="*/ 0 h 2667148"/>
                <a:gd name="connsiteX1" fmla="*/ 1860285 w 1860285"/>
                <a:gd name="connsiteY1" fmla="*/ 2667148 h 2667148"/>
                <a:gd name="connsiteX2" fmla="*/ 1726185 w 1860285"/>
                <a:gd name="connsiteY2" fmla="*/ 2662444 h 2667148"/>
                <a:gd name="connsiteX3" fmla="*/ 0 w 1860285"/>
                <a:gd name="connsiteY3" fmla="*/ 1333574 h 2667148"/>
                <a:gd name="connsiteX4" fmla="*/ 1726185 w 1860285"/>
                <a:gd name="connsiteY4" fmla="*/ 4705 h 266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285" h="2667148">
                  <a:moveTo>
                    <a:pt x="1860285" y="0"/>
                  </a:moveTo>
                  <a:lnTo>
                    <a:pt x="1860285" y="2667148"/>
                  </a:lnTo>
                  <a:lnTo>
                    <a:pt x="1726185" y="2662444"/>
                  </a:lnTo>
                  <a:cubicBezTo>
                    <a:pt x="756613" y="2594039"/>
                    <a:pt x="0" y="2025189"/>
                    <a:pt x="0" y="1333574"/>
                  </a:cubicBezTo>
                  <a:cubicBezTo>
                    <a:pt x="0" y="641959"/>
                    <a:pt x="756613" y="73109"/>
                    <a:pt x="1726185" y="4705"/>
                  </a:cubicBezTo>
                  <a:close/>
                </a:path>
              </a:pathLst>
            </a:custGeom>
            <a:solidFill>
              <a:srgbClr val="92AC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6A14C55-C0AB-6F96-E48F-0B7A7B2472E5}"/>
                </a:ext>
              </a:extLst>
            </p:cNvPr>
            <p:cNvSpPr/>
            <p:nvPr/>
          </p:nvSpPr>
          <p:spPr>
            <a:xfrm flipH="1">
              <a:off x="6091083" y="1368753"/>
              <a:ext cx="1860285" cy="2667148"/>
            </a:xfrm>
            <a:custGeom>
              <a:avLst/>
              <a:gdLst>
                <a:gd name="connsiteX0" fmla="*/ 1860285 w 1860285"/>
                <a:gd name="connsiteY0" fmla="*/ 0 h 2667148"/>
                <a:gd name="connsiteX1" fmla="*/ 1860285 w 1860285"/>
                <a:gd name="connsiteY1" fmla="*/ 2667148 h 2667148"/>
                <a:gd name="connsiteX2" fmla="*/ 1726185 w 1860285"/>
                <a:gd name="connsiteY2" fmla="*/ 2662444 h 2667148"/>
                <a:gd name="connsiteX3" fmla="*/ 0 w 1860285"/>
                <a:gd name="connsiteY3" fmla="*/ 1333574 h 2667148"/>
                <a:gd name="connsiteX4" fmla="*/ 1726185 w 1860285"/>
                <a:gd name="connsiteY4" fmla="*/ 4705 h 266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285" h="2667148">
                  <a:moveTo>
                    <a:pt x="1860285" y="0"/>
                  </a:moveTo>
                  <a:lnTo>
                    <a:pt x="1860285" y="2667148"/>
                  </a:lnTo>
                  <a:lnTo>
                    <a:pt x="1726185" y="2662444"/>
                  </a:lnTo>
                  <a:cubicBezTo>
                    <a:pt x="756613" y="2594039"/>
                    <a:pt x="0" y="2025189"/>
                    <a:pt x="0" y="1333574"/>
                  </a:cubicBezTo>
                  <a:cubicBezTo>
                    <a:pt x="0" y="641959"/>
                    <a:pt x="756613" y="73109"/>
                    <a:pt x="1726185" y="4705"/>
                  </a:cubicBezTo>
                  <a:close/>
                </a:path>
              </a:pathLst>
            </a:custGeom>
            <a:solidFill>
              <a:srgbClr val="579E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26AEEA0-0D91-522C-BE64-51111D2F175A}"/>
              </a:ext>
            </a:extLst>
          </p:cNvPr>
          <p:cNvGrpSpPr/>
          <p:nvPr/>
        </p:nvGrpSpPr>
        <p:grpSpPr>
          <a:xfrm>
            <a:off x="7040924" y="3181146"/>
            <a:ext cx="3605914" cy="2452737"/>
            <a:chOff x="4230799" y="1368753"/>
            <a:chExt cx="3720569" cy="2667148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D9B463E-3567-6AA3-FD09-39EA5F5575C4}"/>
                </a:ext>
              </a:extLst>
            </p:cNvPr>
            <p:cNvSpPr/>
            <p:nvPr/>
          </p:nvSpPr>
          <p:spPr>
            <a:xfrm>
              <a:off x="4230799" y="1368753"/>
              <a:ext cx="1860285" cy="2667148"/>
            </a:xfrm>
            <a:custGeom>
              <a:avLst/>
              <a:gdLst>
                <a:gd name="connsiteX0" fmla="*/ 1860285 w 1860285"/>
                <a:gd name="connsiteY0" fmla="*/ 0 h 2667148"/>
                <a:gd name="connsiteX1" fmla="*/ 1860285 w 1860285"/>
                <a:gd name="connsiteY1" fmla="*/ 2667148 h 2667148"/>
                <a:gd name="connsiteX2" fmla="*/ 1726185 w 1860285"/>
                <a:gd name="connsiteY2" fmla="*/ 2662444 h 2667148"/>
                <a:gd name="connsiteX3" fmla="*/ 0 w 1860285"/>
                <a:gd name="connsiteY3" fmla="*/ 1333574 h 2667148"/>
                <a:gd name="connsiteX4" fmla="*/ 1726185 w 1860285"/>
                <a:gd name="connsiteY4" fmla="*/ 4705 h 266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285" h="2667148">
                  <a:moveTo>
                    <a:pt x="1860285" y="0"/>
                  </a:moveTo>
                  <a:lnTo>
                    <a:pt x="1860285" y="2667148"/>
                  </a:lnTo>
                  <a:lnTo>
                    <a:pt x="1726185" y="2662444"/>
                  </a:lnTo>
                  <a:cubicBezTo>
                    <a:pt x="756613" y="2594039"/>
                    <a:pt x="0" y="2025189"/>
                    <a:pt x="0" y="1333574"/>
                  </a:cubicBezTo>
                  <a:cubicBezTo>
                    <a:pt x="0" y="641959"/>
                    <a:pt x="756613" y="73109"/>
                    <a:pt x="1726185" y="4705"/>
                  </a:cubicBezTo>
                  <a:close/>
                </a:path>
              </a:pathLst>
            </a:custGeom>
            <a:solidFill>
              <a:srgbClr val="92AC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D1FF102-2DC2-EE91-2E20-BA4F8CF14F24}"/>
                </a:ext>
              </a:extLst>
            </p:cNvPr>
            <p:cNvSpPr/>
            <p:nvPr/>
          </p:nvSpPr>
          <p:spPr>
            <a:xfrm flipH="1">
              <a:off x="6091083" y="1368753"/>
              <a:ext cx="1860285" cy="2667148"/>
            </a:xfrm>
            <a:custGeom>
              <a:avLst/>
              <a:gdLst>
                <a:gd name="connsiteX0" fmla="*/ 1860285 w 1860285"/>
                <a:gd name="connsiteY0" fmla="*/ 0 h 2667148"/>
                <a:gd name="connsiteX1" fmla="*/ 1860285 w 1860285"/>
                <a:gd name="connsiteY1" fmla="*/ 2667148 h 2667148"/>
                <a:gd name="connsiteX2" fmla="*/ 1726185 w 1860285"/>
                <a:gd name="connsiteY2" fmla="*/ 2662444 h 2667148"/>
                <a:gd name="connsiteX3" fmla="*/ 0 w 1860285"/>
                <a:gd name="connsiteY3" fmla="*/ 1333574 h 2667148"/>
                <a:gd name="connsiteX4" fmla="*/ 1726185 w 1860285"/>
                <a:gd name="connsiteY4" fmla="*/ 4705 h 266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285" h="2667148">
                  <a:moveTo>
                    <a:pt x="1860285" y="0"/>
                  </a:moveTo>
                  <a:lnTo>
                    <a:pt x="1860285" y="2667148"/>
                  </a:lnTo>
                  <a:lnTo>
                    <a:pt x="1726185" y="2662444"/>
                  </a:lnTo>
                  <a:cubicBezTo>
                    <a:pt x="756613" y="2594039"/>
                    <a:pt x="0" y="2025189"/>
                    <a:pt x="0" y="1333574"/>
                  </a:cubicBezTo>
                  <a:cubicBezTo>
                    <a:pt x="0" y="641959"/>
                    <a:pt x="756613" y="73109"/>
                    <a:pt x="1726185" y="4705"/>
                  </a:cubicBezTo>
                  <a:close/>
                </a:path>
              </a:pathLst>
            </a:custGeom>
            <a:solidFill>
              <a:srgbClr val="579E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41C8E8F-4EE7-77D4-2A5A-C53439A73D1E}"/>
              </a:ext>
            </a:extLst>
          </p:cNvPr>
          <p:cNvGrpSpPr/>
          <p:nvPr/>
        </p:nvGrpSpPr>
        <p:grpSpPr>
          <a:xfrm>
            <a:off x="5580228" y="3371189"/>
            <a:ext cx="1202346" cy="1173738"/>
            <a:chOff x="5815154" y="801487"/>
            <a:chExt cx="1163496" cy="1135812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2E7E645-08A8-1148-CA2C-E836FC40C044}"/>
                </a:ext>
              </a:extLst>
            </p:cNvPr>
            <p:cNvSpPr/>
            <p:nvPr/>
          </p:nvSpPr>
          <p:spPr>
            <a:xfrm rot="18900000">
              <a:off x="5815154" y="887046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2377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AA30AEA-E3EA-B393-E809-06715ECE8355}"/>
                </a:ext>
              </a:extLst>
            </p:cNvPr>
            <p:cNvSpPr/>
            <p:nvPr/>
          </p:nvSpPr>
          <p:spPr>
            <a:xfrm rot="2700000" flipH="1">
              <a:off x="5922888" y="881537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5CD54E9-C62C-1FAE-CA4E-0B35688AA802}"/>
              </a:ext>
            </a:extLst>
          </p:cNvPr>
          <p:cNvGrpSpPr/>
          <p:nvPr/>
        </p:nvGrpSpPr>
        <p:grpSpPr>
          <a:xfrm>
            <a:off x="2429203" y="2146231"/>
            <a:ext cx="1046818" cy="1973599"/>
            <a:chOff x="5490754" y="444137"/>
            <a:chExt cx="1046818" cy="1973599"/>
          </a:xfrm>
        </p:grpSpPr>
        <p:sp>
          <p:nvSpPr>
            <p:cNvPr id="43" name="Arrow: Pentagon 42">
              <a:extLst>
                <a:ext uri="{FF2B5EF4-FFF2-40B4-BE49-F238E27FC236}">
                  <a16:creationId xmlns:a16="http://schemas.microsoft.com/office/drawing/2014/main" id="{D55D282D-4546-1F54-C882-D9E20558BDC0}"/>
                </a:ext>
              </a:extLst>
            </p:cNvPr>
            <p:cNvSpPr/>
            <p:nvPr/>
          </p:nvSpPr>
          <p:spPr>
            <a:xfrm rot="16200000">
              <a:off x="5130737" y="1010902"/>
              <a:ext cx="1802957" cy="1010712"/>
            </a:xfrm>
            <a:prstGeom prst="homePlat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358710E-BAB9-1085-FE71-81BBE2638476}"/>
                </a:ext>
              </a:extLst>
            </p:cNvPr>
            <p:cNvGrpSpPr/>
            <p:nvPr/>
          </p:nvGrpSpPr>
          <p:grpSpPr>
            <a:xfrm rot="8100000">
              <a:off x="5490754" y="444137"/>
              <a:ext cx="1045029" cy="1045030"/>
              <a:chOff x="5490754" y="444137"/>
              <a:chExt cx="1045029" cy="1045030"/>
            </a:xfrm>
            <a:solidFill>
              <a:schemeClr val="accent2"/>
            </a:solidFill>
          </p:grpSpPr>
          <p:sp>
            <p:nvSpPr>
              <p:cNvPr id="40" name="Rectangle: Top Corners Rounded 39">
                <a:extLst>
                  <a:ext uri="{FF2B5EF4-FFF2-40B4-BE49-F238E27FC236}">
                    <a16:creationId xmlns:a16="http://schemas.microsoft.com/office/drawing/2014/main" id="{CE76061A-F642-BDB0-A01A-AB4F4BEB2685}"/>
                  </a:ext>
                </a:extLst>
              </p:cNvPr>
              <p:cNvSpPr/>
              <p:nvPr/>
            </p:nvSpPr>
            <p:spPr>
              <a:xfrm>
                <a:off x="5490754" y="444137"/>
                <a:ext cx="304800" cy="10450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: Top Corners Rounded 40">
                <a:extLst>
                  <a:ext uri="{FF2B5EF4-FFF2-40B4-BE49-F238E27FC236}">
                    <a16:creationId xmlns:a16="http://schemas.microsoft.com/office/drawing/2014/main" id="{AA94EC4E-C0CB-02EF-D4B5-B9A5B6F5801A}"/>
                  </a:ext>
                </a:extLst>
              </p:cNvPr>
              <p:cNvSpPr/>
              <p:nvPr/>
            </p:nvSpPr>
            <p:spPr>
              <a:xfrm rot="5400000">
                <a:off x="5860869" y="814252"/>
                <a:ext cx="304800" cy="10450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EA511A7-BE18-B290-2230-3BD464480154}"/>
                </a:ext>
              </a:extLst>
            </p:cNvPr>
            <p:cNvSpPr/>
            <p:nvPr/>
          </p:nvSpPr>
          <p:spPr>
            <a:xfrm>
              <a:off x="5691987" y="961630"/>
              <a:ext cx="626808" cy="6268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239945B-035F-17F9-B505-A739DF1D46BA}"/>
                </a:ext>
              </a:extLst>
            </p:cNvPr>
            <p:cNvSpPr/>
            <p:nvPr/>
          </p:nvSpPr>
          <p:spPr>
            <a:xfrm>
              <a:off x="5767991" y="1036332"/>
              <a:ext cx="492698" cy="4926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63BE2E4-49D1-766F-B85B-11126A4EB957}"/>
              </a:ext>
            </a:extLst>
          </p:cNvPr>
          <p:cNvGrpSpPr/>
          <p:nvPr/>
        </p:nvGrpSpPr>
        <p:grpSpPr>
          <a:xfrm>
            <a:off x="1787987" y="3034181"/>
            <a:ext cx="1066817" cy="1966826"/>
            <a:chOff x="5490754" y="444137"/>
            <a:chExt cx="1066817" cy="1966826"/>
          </a:xfrm>
        </p:grpSpPr>
        <p:sp>
          <p:nvSpPr>
            <p:cNvPr id="48" name="Arrow: Pentagon 47">
              <a:extLst>
                <a:ext uri="{FF2B5EF4-FFF2-40B4-BE49-F238E27FC236}">
                  <a16:creationId xmlns:a16="http://schemas.microsoft.com/office/drawing/2014/main" id="{BAEA1047-C500-F471-D131-6E55F4B08C94}"/>
                </a:ext>
              </a:extLst>
            </p:cNvPr>
            <p:cNvSpPr/>
            <p:nvPr/>
          </p:nvSpPr>
          <p:spPr>
            <a:xfrm rot="16200000">
              <a:off x="5150736" y="1004129"/>
              <a:ext cx="1802957" cy="1010712"/>
            </a:xfrm>
            <a:prstGeom prst="homePlat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2E37E38-454C-2C98-1094-16D63872C166}"/>
                </a:ext>
              </a:extLst>
            </p:cNvPr>
            <p:cNvGrpSpPr/>
            <p:nvPr/>
          </p:nvGrpSpPr>
          <p:grpSpPr>
            <a:xfrm rot="8100000">
              <a:off x="5490754" y="444137"/>
              <a:ext cx="1045029" cy="1045030"/>
              <a:chOff x="5490754" y="444137"/>
              <a:chExt cx="1045029" cy="1045030"/>
            </a:xfrm>
            <a:solidFill>
              <a:schemeClr val="accent2"/>
            </a:solidFill>
          </p:grpSpPr>
          <p:sp>
            <p:nvSpPr>
              <p:cNvPr id="52" name="Rectangle: Top Corners Rounded 51">
                <a:extLst>
                  <a:ext uri="{FF2B5EF4-FFF2-40B4-BE49-F238E27FC236}">
                    <a16:creationId xmlns:a16="http://schemas.microsoft.com/office/drawing/2014/main" id="{88184156-0126-86D9-CBC1-98B2A52B7CBD}"/>
                  </a:ext>
                </a:extLst>
              </p:cNvPr>
              <p:cNvSpPr/>
              <p:nvPr/>
            </p:nvSpPr>
            <p:spPr>
              <a:xfrm>
                <a:off x="5490754" y="444137"/>
                <a:ext cx="304800" cy="10450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: Top Corners Rounded 52">
                <a:extLst>
                  <a:ext uri="{FF2B5EF4-FFF2-40B4-BE49-F238E27FC236}">
                    <a16:creationId xmlns:a16="http://schemas.microsoft.com/office/drawing/2014/main" id="{1917F316-FECC-5359-6BCD-A69474F12248}"/>
                  </a:ext>
                </a:extLst>
              </p:cNvPr>
              <p:cNvSpPr/>
              <p:nvPr/>
            </p:nvSpPr>
            <p:spPr>
              <a:xfrm rot="5400000">
                <a:off x="5860869" y="814252"/>
                <a:ext cx="304800" cy="10450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E87A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BC8B26A-5E25-4130-0DE4-668A783DC590}"/>
              </a:ext>
            </a:extLst>
          </p:cNvPr>
          <p:cNvGrpSpPr/>
          <p:nvPr/>
        </p:nvGrpSpPr>
        <p:grpSpPr>
          <a:xfrm>
            <a:off x="2639992" y="3403048"/>
            <a:ext cx="988298" cy="964783"/>
            <a:chOff x="5815154" y="801487"/>
            <a:chExt cx="1163496" cy="1135812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9B897C0-4EBA-F9D3-D9CD-6EF8506BB087}"/>
                </a:ext>
              </a:extLst>
            </p:cNvPr>
            <p:cNvSpPr/>
            <p:nvPr/>
          </p:nvSpPr>
          <p:spPr>
            <a:xfrm rot="18900000">
              <a:off x="5815154" y="887046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2377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FC4B346-0B09-6B3F-9300-B60218353548}"/>
                </a:ext>
              </a:extLst>
            </p:cNvPr>
            <p:cNvSpPr/>
            <p:nvPr/>
          </p:nvSpPr>
          <p:spPr>
            <a:xfrm rot="2700000" flipH="1">
              <a:off x="5922888" y="881537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8DE91A0-8598-001D-E639-9A0DE0FA3A2A}"/>
              </a:ext>
            </a:extLst>
          </p:cNvPr>
          <p:cNvGrpSpPr/>
          <p:nvPr/>
        </p:nvGrpSpPr>
        <p:grpSpPr>
          <a:xfrm>
            <a:off x="2494501" y="3592532"/>
            <a:ext cx="988298" cy="964783"/>
            <a:chOff x="5815154" y="801487"/>
            <a:chExt cx="1163496" cy="1135812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A44A447-86DC-FDBC-C6C1-41EE943C5315}"/>
                </a:ext>
              </a:extLst>
            </p:cNvPr>
            <p:cNvSpPr/>
            <p:nvPr/>
          </p:nvSpPr>
          <p:spPr>
            <a:xfrm rot="18900000">
              <a:off x="5815154" y="887046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2377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DCE8DB1-E828-F286-534D-585C451D9342}"/>
                </a:ext>
              </a:extLst>
            </p:cNvPr>
            <p:cNvSpPr/>
            <p:nvPr/>
          </p:nvSpPr>
          <p:spPr>
            <a:xfrm rot="2700000" flipH="1">
              <a:off x="5922888" y="881537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8D08D4-460C-C100-5922-C1EA6A4762F5}"/>
              </a:ext>
            </a:extLst>
          </p:cNvPr>
          <p:cNvGrpSpPr/>
          <p:nvPr/>
        </p:nvGrpSpPr>
        <p:grpSpPr>
          <a:xfrm>
            <a:off x="5879874" y="3612817"/>
            <a:ext cx="1113891" cy="1087388"/>
            <a:chOff x="5815154" y="801487"/>
            <a:chExt cx="1163496" cy="1135812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CBDE1DD-33A2-ECAC-5791-B280C6042AE2}"/>
                </a:ext>
              </a:extLst>
            </p:cNvPr>
            <p:cNvSpPr/>
            <p:nvPr/>
          </p:nvSpPr>
          <p:spPr>
            <a:xfrm rot="18900000">
              <a:off x="5815154" y="887046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2377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32CE457-9EF3-B3EB-FBF1-B45D39EE0986}"/>
                </a:ext>
              </a:extLst>
            </p:cNvPr>
            <p:cNvSpPr/>
            <p:nvPr/>
          </p:nvSpPr>
          <p:spPr>
            <a:xfrm rot="2700000" flipH="1">
              <a:off x="5922888" y="881537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C4C27F-A3F7-AF59-AB9D-D581E89C75D4}"/>
              </a:ext>
            </a:extLst>
          </p:cNvPr>
          <p:cNvSpPr/>
          <p:nvPr/>
        </p:nvSpPr>
        <p:spPr>
          <a:xfrm>
            <a:off x="1217971" y="5125065"/>
            <a:ext cx="9756058" cy="54569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159F67-90E0-6A4B-6681-97B1C6DC3E99}"/>
              </a:ext>
            </a:extLst>
          </p:cNvPr>
          <p:cNvSpPr/>
          <p:nvPr/>
        </p:nvSpPr>
        <p:spPr>
          <a:xfrm>
            <a:off x="7293077" y="5943600"/>
            <a:ext cx="2733368" cy="54569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B152B49-90B2-F531-E87F-977249EC81B2}"/>
              </a:ext>
            </a:extLst>
          </p:cNvPr>
          <p:cNvSpPr/>
          <p:nvPr/>
        </p:nvSpPr>
        <p:spPr>
          <a:xfrm>
            <a:off x="6378676" y="5903041"/>
            <a:ext cx="626808" cy="62680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3A3C92-B3EA-2743-B95B-5CF5F0ECDA40}"/>
              </a:ext>
            </a:extLst>
          </p:cNvPr>
          <p:cNvSpPr/>
          <p:nvPr/>
        </p:nvSpPr>
        <p:spPr>
          <a:xfrm>
            <a:off x="4939946" y="4815465"/>
            <a:ext cx="1863625" cy="1013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CFF7C5-E7A3-A1BA-5CCC-859BE6D79ADF}"/>
              </a:ext>
            </a:extLst>
          </p:cNvPr>
          <p:cNvSpPr/>
          <p:nvPr/>
        </p:nvSpPr>
        <p:spPr>
          <a:xfrm>
            <a:off x="6850976" y="4811661"/>
            <a:ext cx="112839" cy="11283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26D423B-13CF-6F85-9FC6-7370C0D9F5C1}"/>
              </a:ext>
            </a:extLst>
          </p:cNvPr>
          <p:cNvSpPr/>
          <p:nvPr/>
        </p:nvSpPr>
        <p:spPr>
          <a:xfrm>
            <a:off x="7023432" y="4811661"/>
            <a:ext cx="112839" cy="11283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98E02FD-48A2-55A0-FE62-8F87BBE47EA9}"/>
              </a:ext>
            </a:extLst>
          </p:cNvPr>
          <p:cNvSpPr/>
          <p:nvPr/>
        </p:nvSpPr>
        <p:spPr>
          <a:xfrm>
            <a:off x="6091083" y="6069956"/>
            <a:ext cx="626808" cy="6268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8A5EEBF-BEBB-21D6-2C67-C8F63D7CBFE0}"/>
              </a:ext>
            </a:extLst>
          </p:cNvPr>
          <p:cNvSpPr/>
          <p:nvPr/>
        </p:nvSpPr>
        <p:spPr>
          <a:xfrm>
            <a:off x="2754376" y="339719"/>
            <a:ext cx="1872578" cy="425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9F20553-0927-26CE-B88E-1DC53E7D1B02}"/>
              </a:ext>
            </a:extLst>
          </p:cNvPr>
          <p:cNvSpPr/>
          <p:nvPr/>
        </p:nvSpPr>
        <p:spPr>
          <a:xfrm>
            <a:off x="3846808" y="3701843"/>
            <a:ext cx="626808" cy="626808"/>
          </a:xfrm>
          <a:prstGeom prst="ellipse">
            <a:avLst/>
          </a:prstGeom>
          <a:solidFill>
            <a:srgbClr val="237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4764379-8F44-DA6E-B324-43159066DC63}"/>
              </a:ext>
            </a:extLst>
          </p:cNvPr>
          <p:cNvGrpSpPr/>
          <p:nvPr/>
        </p:nvGrpSpPr>
        <p:grpSpPr>
          <a:xfrm>
            <a:off x="8455149" y="3638476"/>
            <a:ext cx="1113891" cy="1087388"/>
            <a:chOff x="5815154" y="801487"/>
            <a:chExt cx="1163496" cy="1135812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1C0D1E6-D0B3-DBE7-B551-8E159CFA811F}"/>
                </a:ext>
              </a:extLst>
            </p:cNvPr>
            <p:cNvSpPr/>
            <p:nvPr/>
          </p:nvSpPr>
          <p:spPr>
            <a:xfrm rot="18900000">
              <a:off x="5815154" y="887046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2377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BE35D5D-B670-3D7D-4160-78FC6C01BD37}"/>
                </a:ext>
              </a:extLst>
            </p:cNvPr>
            <p:cNvSpPr/>
            <p:nvPr/>
          </p:nvSpPr>
          <p:spPr>
            <a:xfrm rot="2700000" flipH="1">
              <a:off x="5922888" y="881537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2" name="Oval 71">
            <a:extLst>
              <a:ext uri="{FF2B5EF4-FFF2-40B4-BE49-F238E27FC236}">
                <a16:creationId xmlns:a16="http://schemas.microsoft.com/office/drawing/2014/main" id="{3BAC9E59-3ED4-9786-56F0-EAD5BA518877}"/>
              </a:ext>
            </a:extLst>
          </p:cNvPr>
          <p:cNvSpPr/>
          <p:nvPr/>
        </p:nvSpPr>
        <p:spPr>
          <a:xfrm>
            <a:off x="9703741" y="3717644"/>
            <a:ext cx="626808" cy="626808"/>
          </a:xfrm>
          <a:prstGeom prst="ellipse">
            <a:avLst/>
          </a:prstGeom>
          <a:solidFill>
            <a:srgbClr val="134D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AD52B59-7AF2-F803-52BC-30BF080F5F7A}"/>
              </a:ext>
            </a:extLst>
          </p:cNvPr>
          <p:cNvGrpSpPr/>
          <p:nvPr/>
        </p:nvGrpSpPr>
        <p:grpSpPr>
          <a:xfrm>
            <a:off x="4733016" y="3565091"/>
            <a:ext cx="954473" cy="954473"/>
            <a:chOff x="7125436" y="821850"/>
            <a:chExt cx="954473" cy="954473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C266D3F-5BE0-206D-6A5A-74682DA0F142}"/>
                </a:ext>
              </a:extLst>
            </p:cNvPr>
            <p:cNvSpPr/>
            <p:nvPr/>
          </p:nvSpPr>
          <p:spPr>
            <a:xfrm>
              <a:off x="7125436" y="821850"/>
              <a:ext cx="954473" cy="954473"/>
            </a:xfrm>
            <a:prstGeom prst="ellipse">
              <a:avLst/>
            </a:prstGeom>
            <a:solidFill>
              <a:srgbClr val="134D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62A543E-63E1-34FF-D7C5-D7EB74A442C6}"/>
                </a:ext>
              </a:extLst>
            </p:cNvPr>
            <p:cNvSpPr/>
            <p:nvPr/>
          </p:nvSpPr>
          <p:spPr>
            <a:xfrm>
              <a:off x="7267735" y="990446"/>
              <a:ext cx="626808" cy="626808"/>
            </a:xfrm>
            <a:prstGeom prst="ellipse">
              <a:avLst/>
            </a:prstGeom>
            <a:solidFill>
              <a:srgbClr val="2682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0B5B394-DD95-2130-4FB9-57301947153E}"/>
              </a:ext>
            </a:extLst>
          </p:cNvPr>
          <p:cNvGrpSpPr/>
          <p:nvPr/>
        </p:nvGrpSpPr>
        <p:grpSpPr>
          <a:xfrm>
            <a:off x="7343024" y="3720683"/>
            <a:ext cx="954473" cy="954473"/>
            <a:chOff x="7125436" y="821850"/>
            <a:chExt cx="954473" cy="954473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0BA58E54-6F2A-53F5-7C4D-8626551E9785}"/>
                </a:ext>
              </a:extLst>
            </p:cNvPr>
            <p:cNvSpPr/>
            <p:nvPr/>
          </p:nvSpPr>
          <p:spPr>
            <a:xfrm>
              <a:off x="7125436" y="821850"/>
              <a:ext cx="954473" cy="954473"/>
            </a:xfrm>
            <a:prstGeom prst="ellipse">
              <a:avLst/>
            </a:prstGeom>
            <a:solidFill>
              <a:srgbClr val="134D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3A8EE6B-26E8-D4A3-C123-CA4A1096DBAB}"/>
                </a:ext>
              </a:extLst>
            </p:cNvPr>
            <p:cNvSpPr/>
            <p:nvPr/>
          </p:nvSpPr>
          <p:spPr>
            <a:xfrm>
              <a:off x="7267735" y="990446"/>
              <a:ext cx="626808" cy="626808"/>
            </a:xfrm>
            <a:prstGeom prst="ellipse">
              <a:avLst/>
            </a:prstGeom>
            <a:solidFill>
              <a:srgbClr val="2682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4FCC7F-C40C-01A7-2E7D-3E9F33B0E7BD}"/>
              </a:ext>
            </a:extLst>
          </p:cNvPr>
          <p:cNvSpPr/>
          <p:nvPr/>
        </p:nvSpPr>
        <p:spPr>
          <a:xfrm>
            <a:off x="1217971" y="4033685"/>
            <a:ext cx="9756058" cy="54569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55BBE8-BEE9-7D65-CD39-9CA745F808F1}"/>
              </a:ext>
            </a:extLst>
          </p:cNvPr>
          <p:cNvSpPr/>
          <p:nvPr/>
        </p:nvSpPr>
        <p:spPr>
          <a:xfrm>
            <a:off x="4284405" y="4579375"/>
            <a:ext cx="3952569" cy="54569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99EA26-F80E-2B27-2C32-92C1D6308B9A}"/>
              </a:ext>
            </a:extLst>
          </p:cNvPr>
          <p:cNvSpPr/>
          <p:nvPr/>
        </p:nvSpPr>
        <p:spPr>
          <a:xfrm>
            <a:off x="7629217" y="4579375"/>
            <a:ext cx="3952569" cy="545690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5699AB-E553-EC0E-E8E1-BF85CF9D4516}"/>
              </a:ext>
            </a:extLst>
          </p:cNvPr>
          <p:cNvSpPr/>
          <p:nvPr/>
        </p:nvSpPr>
        <p:spPr>
          <a:xfrm>
            <a:off x="827133" y="4579375"/>
            <a:ext cx="3952569" cy="545690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71498E6-5C75-DC4C-CF66-96E8F1CB2F8A}"/>
              </a:ext>
            </a:extLst>
          </p:cNvPr>
          <p:cNvGrpSpPr/>
          <p:nvPr/>
        </p:nvGrpSpPr>
        <p:grpSpPr>
          <a:xfrm>
            <a:off x="9687279" y="2522722"/>
            <a:ext cx="1555553" cy="1504169"/>
            <a:chOff x="6990618" y="1224728"/>
            <a:chExt cx="1555553" cy="1504169"/>
          </a:xfrm>
        </p:grpSpPr>
        <p:sp>
          <p:nvSpPr>
            <p:cNvPr id="130" name="Block Arc 129">
              <a:extLst>
                <a:ext uri="{FF2B5EF4-FFF2-40B4-BE49-F238E27FC236}">
                  <a16:creationId xmlns:a16="http://schemas.microsoft.com/office/drawing/2014/main" id="{3C6DB7EB-F303-22D8-FA36-346497C0755B}"/>
                </a:ext>
              </a:extLst>
            </p:cNvPr>
            <p:cNvSpPr/>
            <p:nvPr/>
          </p:nvSpPr>
          <p:spPr>
            <a:xfrm>
              <a:off x="7743729" y="1224728"/>
              <a:ext cx="566610" cy="425155"/>
            </a:xfrm>
            <a:prstGeom prst="blockArc">
              <a:avLst>
                <a:gd name="adj1" fmla="val 10800000"/>
                <a:gd name="adj2" fmla="val 20516102"/>
                <a:gd name="adj3" fmla="val 10819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7B6DEF10-E83A-D8F1-4A3B-126061620D9D}"/>
                </a:ext>
              </a:extLst>
            </p:cNvPr>
            <p:cNvGrpSpPr/>
            <p:nvPr/>
          </p:nvGrpSpPr>
          <p:grpSpPr>
            <a:xfrm>
              <a:off x="6990618" y="1238494"/>
              <a:ext cx="1555553" cy="1490403"/>
              <a:chOff x="6990618" y="1238494"/>
              <a:chExt cx="1555553" cy="1490403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451ECFFA-8702-17CF-D27C-96AA79B57235}"/>
                  </a:ext>
                </a:extLst>
              </p:cNvPr>
              <p:cNvSpPr/>
              <p:nvPr/>
            </p:nvSpPr>
            <p:spPr>
              <a:xfrm>
                <a:off x="7743729" y="1430708"/>
                <a:ext cx="45719" cy="114601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3" name="Block Arc 132">
                <a:extLst>
                  <a:ext uri="{FF2B5EF4-FFF2-40B4-BE49-F238E27FC236}">
                    <a16:creationId xmlns:a16="http://schemas.microsoft.com/office/drawing/2014/main" id="{0419F396-1329-A752-964A-F244D84C3BCF}"/>
                  </a:ext>
                </a:extLst>
              </p:cNvPr>
              <p:cNvSpPr/>
              <p:nvPr/>
            </p:nvSpPr>
            <p:spPr>
              <a:xfrm flipH="1">
                <a:off x="7222948" y="1238494"/>
                <a:ext cx="566610" cy="425155"/>
              </a:xfrm>
              <a:prstGeom prst="blockArc">
                <a:avLst>
                  <a:gd name="adj1" fmla="val 10800000"/>
                  <a:gd name="adj2" fmla="val 20516102"/>
                  <a:gd name="adj3" fmla="val 10819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Trapezoid 133">
                <a:extLst>
                  <a:ext uri="{FF2B5EF4-FFF2-40B4-BE49-F238E27FC236}">
                    <a16:creationId xmlns:a16="http://schemas.microsoft.com/office/drawing/2014/main" id="{0724B4EE-AA74-8702-2AFE-A6AFE81B70DE}"/>
                  </a:ext>
                </a:extLst>
              </p:cNvPr>
              <p:cNvSpPr/>
              <p:nvPr/>
            </p:nvSpPr>
            <p:spPr>
              <a:xfrm>
                <a:off x="7612559" y="2562683"/>
                <a:ext cx="308060" cy="166214"/>
              </a:xfrm>
              <a:prstGeom prst="trapezoid">
                <a:avLst>
                  <a:gd name="adj" fmla="val 42877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D8B9E92B-DEA3-B927-E0F8-F9334527786E}"/>
                  </a:ext>
                </a:extLst>
              </p:cNvPr>
              <p:cNvGrpSpPr/>
              <p:nvPr/>
            </p:nvGrpSpPr>
            <p:grpSpPr>
              <a:xfrm>
                <a:off x="7981466" y="1348011"/>
                <a:ext cx="564705" cy="389307"/>
                <a:chOff x="8425058" y="1348011"/>
                <a:chExt cx="564705" cy="389307"/>
              </a:xfrm>
            </p:grpSpPr>
            <p:pic>
              <p:nvPicPr>
                <p:cNvPr id="140" name="Graphic 139" descr="Lightbulb outline">
                  <a:extLst>
                    <a:ext uri="{FF2B5EF4-FFF2-40B4-BE49-F238E27FC236}">
                      <a16:creationId xmlns:a16="http://schemas.microsoft.com/office/drawing/2014/main" id="{A355F150-267A-C9C7-692A-0CFDB27877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141" name="Trapezoid 140">
                  <a:extLst>
                    <a:ext uri="{FF2B5EF4-FFF2-40B4-BE49-F238E27FC236}">
                      <a16:creationId xmlns:a16="http://schemas.microsoft.com/office/drawing/2014/main" id="{033E2BC5-7F12-8B0D-F6BF-2F317E8D749A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Trapezoid 141">
                  <a:extLst>
                    <a:ext uri="{FF2B5EF4-FFF2-40B4-BE49-F238E27FC236}">
                      <a16:creationId xmlns:a16="http://schemas.microsoft.com/office/drawing/2014/main" id="{07078A27-5819-69E9-C286-15528BEC8AFF}"/>
                    </a:ext>
                  </a:extLst>
                </p:cNvPr>
                <p:cNvSpPr/>
                <p:nvPr/>
              </p:nvSpPr>
              <p:spPr>
                <a:xfrm>
                  <a:off x="8425058" y="1441707"/>
                  <a:ext cx="564705" cy="295611"/>
                </a:xfrm>
                <a:prstGeom prst="trapezoid">
                  <a:avLst>
                    <a:gd name="adj" fmla="val 59789"/>
                  </a:avLst>
                </a:prstGeom>
                <a:gradFill>
                  <a:gsLst>
                    <a:gs pos="0">
                      <a:srgbClr val="FFFF00">
                        <a:alpha val="71000"/>
                      </a:srgbClr>
                    </a:gs>
                    <a:gs pos="100000">
                      <a:srgbClr val="FFFF00">
                        <a:alpha val="0"/>
                        <a:lumMod val="26000"/>
                      </a:srgb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59F9D28B-A677-0F18-79E5-5C16278EC41A}"/>
                  </a:ext>
                </a:extLst>
              </p:cNvPr>
              <p:cNvGrpSpPr/>
              <p:nvPr/>
            </p:nvGrpSpPr>
            <p:grpSpPr>
              <a:xfrm>
                <a:off x="6990618" y="1348011"/>
                <a:ext cx="566610" cy="388589"/>
                <a:chOff x="8421832" y="1348011"/>
                <a:chExt cx="566610" cy="388589"/>
              </a:xfrm>
            </p:grpSpPr>
            <p:pic>
              <p:nvPicPr>
                <p:cNvPr id="137" name="Graphic 136" descr="Lightbulb outline">
                  <a:extLst>
                    <a:ext uri="{FF2B5EF4-FFF2-40B4-BE49-F238E27FC236}">
                      <a16:creationId xmlns:a16="http://schemas.microsoft.com/office/drawing/2014/main" id="{99218FD4-0228-AF1B-C329-8BE1D86206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138" name="Trapezoid 137">
                  <a:extLst>
                    <a:ext uri="{FF2B5EF4-FFF2-40B4-BE49-F238E27FC236}">
                      <a16:creationId xmlns:a16="http://schemas.microsoft.com/office/drawing/2014/main" id="{6C7AAC6A-7ABD-1C43-4D9A-2CE36AF27324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Trapezoid 138">
                  <a:extLst>
                    <a:ext uri="{FF2B5EF4-FFF2-40B4-BE49-F238E27FC236}">
                      <a16:creationId xmlns:a16="http://schemas.microsoft.com/office/drawing/2014/main" id="{4E76892E-0F67-DD15-3EF0-547BE0CED28C}"/>
                    </a:ext>
                  </a:extLst>
                </p:cNvPr>
                <p:cNvSpPr/>
                <p:nvPr/>
              </p:nvSpPr>
              <p:spPr>
                <a:xfrm>
                  <a:off x="8421832" y="1443718"/>
                  <a:ext cx="566610" cy="292882"/>
                </a:xfrm>
                <a:prstGeom prst="trapezoid">
                  <a:avLst>
                    <a:gd name="adj" fmla="val 59789"/>
                  </a:avLst>
                </a:prstGeom>
                <a:gradFill>
                  <a:gsLst>
                    <a:gs pos="0">
                      <a:srgbClr val="FFFF00">
                        <a:alpha val="71000"/>
                      </a:srgbClr>
                    </a:gs>
                    <a:gs pos="100000">
                      <a:srgbClr val="FFFF00">
                        <a:alpha val="0"/>
                        <a:lumMod val="26000"/>
                      </a:srgb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146720E0-1278-C3E6-B41F-10240C7DFD32}"/>
              </a:ext>
            </a:extLst>
          </p:cNvPr>
          <p:cNvGrpSpPr/>
          <p:nvPr/>
        </p:nvGrpSpPr>
        <p:grpSpPr>
          <a:xfrm>
            <a:off x="7803607" y="2520821"/>
            <a:ext cx="1555553" cy="1504169"/>
            <a:chOff x="6990618" y="1224728"/>
            <a:chExt cx="1555553" cy="1504169"/>
          </a:xfrm>
        </p:grpSpPr>
        <p:sp>
          <p:nvSpPr>
            <p:cNvPr id="200" name="Block Arc 199">
              <a:extLst>
                <a:ext uri="{FF2B5EF4-FFF2-40B4-BE49-F238E27FC236}">
                  <a16:creationId xmlns:a16="http://schemas.microsoft.com/office/drawing/2014/main" id="{B04302E1-12E4-CA13-E08A-2AD61801A335}"/>
                </a:ext>
              </a:extLst>
            </p:cNvPr>
            <p:cNvSpPr/>
            <p:nvPr/>
          </p:nvSpPr>
          <p:spPr>
            <a:xfrm>
              <a:off x="7743729" y="1224728"/>
              <a:ext cx="566610" cy="425155"/>
            </a:xfrm>
            <a:prstGeom prst="blockArc">
              <a:avLst>
                <a:gd name="adj1" fmla="val 10800000"/>
                <a:gd name="adj2" fmla="val 20516102"/>
                <a:gd name="adj3" fmla="val 10819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B9C2A4ED-0A00-3CE0-6708-494873776816}"/>
                </a:ext>
              </a:extLst>
            </p:cNvPr>
            <p:cNvGrpSpPr/>
            <p:nvPr/>
          </p:nvGrpSpPr>
          <p:grpSpPr>
            <a:xfrm>
              <a:off x="6990618" y="1238494"/>
              <a:ext cx="1555553" cy="1490403"/>
              <a:chOff x="6990618" y="1238494"/>
              <a:chExt cx="1555553" cy="1490403"/>
            </a:xfrm>
          </p:grpSpPr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F1A148BC-4AD9-1D4D-455D-F561358FA3FE}"/>
                  </a:ext>
                </a:extLst>
              </p:cNvPr>
              <p:cNvSpPr/>
              <p:nvPr/>
            </p:nvSpPr>
            <p:spPr>
              <a:xfrm>
                <a:off x="7743729" y="1430708"/>
                <a:ext cx="45719" cy="114601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3" name="Block Arc 202">
                <a:extLst>
                  <a:ext uri="{FF2B5EF4-FFF2-40B4-BE49-F238E27FC236}">
                    <a16:creationId xmlns:a16="http://schemas.microsoft.com/office/drawing/2014/main" id="{FE40B839-5C5F-F38A-BE4C-1EE9D5D8363B}"/>
                  </a:ext>
                </a:extLst>
              </p:cNvPr>
              <p:cNvSpPr/>
              <p:nvPr/>
            </p:nvSpPr>
            <p:spPr>
              <a:xfrm flipH="1">
                <a:off x="7222948" y="1238494"/>
                <a:ext cx="566610" cy="425155"/>
              </a:xfrm>
              <a:prstGeom prst="blockArc">
                <a:avLst>
                  <a:gd name="adj1" fmla="val 10800000"/>
                  <a:gd name="adj2" fmla="val 20516102"/>
                  <a:gd name="adj3" fmla="val 10819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4" name="Trapezoid 203">
                <a:extLst>
                  <a:ext uri="{FF2B5EF4-FFF2-40B4-BE49-F238E27FC236}">
                    <a16:creationId xmlns:a16="http://schemas.microsoft.com/office/drawing/2014/main" id="{00D80063-A9D2-73BD-E9E9-13FD3E57B4C9}"/>
                  </a:ext>
                </a:extLst>
              </p:cNvPr>
              <p:cNvSpPr/>
              <p:nvPr/>
            </p:nvSpPr>
            <p:spPr>
              <a:xfrm>
                <a:off x="7612559" y="2562683"/>
                <a:ext cx="308060" cy="166214"/>
              </a:xfrm>
              <a:prstGeom prst="trapezoid">
                <a:avLst>
                  <a:gd name="adj" fmla="val 42877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657B21F3-D310-BDC8-7D8D-E717701AFE2F}"/>
                  </a:ext>
                </a:extLst>
              </p:cNvPr>
              <p:cNvGrpSpPr/>
              <p:nvPr/>
            </p:nvGrpSpPr>
            <p:grpSpPr>
              <a:xfrm>
                <a:off x="7981466" y="1348011"/>
                <a:ext cx="564705" cy="389307"/>
                <a:chOff x="8425058" y="1348011"/>
                <a:chExt cx="564705" cy="389307"/>
              </a:xfrm>
            </p:grpSpPr>
            <p:pic>
              <p:nvPicPr>
                <p:cNvPr id="210" name="Graphic 209" descr="Lightbulb outline">
                  <a:extLst>
                    <a:ext uri="{FF2B5EF4-FFF2-40B4-BE49-F238E27FC236}">
                      <a16:creationId xmlns:a16="http://schemas.microsoft.com/office/drawing/2014/main" id="{3D701990-C492-C1BA-9848-5ED282C047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211" name="Trapezoid 210">
                  <a:extLst>
                    <a:ext uri="{FF2B5EF4-FFF2-40B4-BE49-F238E27FC236}">
                      <a16:creationId xmlns:a16="http://schemas.microsoft.com/office/drawing/2014/main" id="{18289E2E-00BB-E127-3F03-509751CDBFAD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Trapezoid 211">
                  <a:extLst>
                    <a:ext uri="{FF2B5EF4-FFF2-40B4-BE49-F238E27FC236}">
                      <a16:creationId xmlns:a16="http://schemas.microsoft.com/office/drawing/2014/main" id="{34FF7CC1-D0BB-AF7A-13F5-E695E918101D}"/>
                    </a:ext>
                  </a:extLst>
                </p:cNvPr>
                <p:cNvSpPr/>
                <p:nvPr/>
              </p:nvSpPr>
              <p:spPr>
                <a:xfrm>
                  <a:off x="8425058" y="1441707"/>
                  <a:ext cx="564705" cy="295611"/>
                </a:xfrm>
                <a:prstGeom prst="trapezoid">
                  <a:avLst>
                    <a:gd name="adj" fmla="val 59789"/>
                  </a:avLst>
                </a:prstGeom>
                <a:gradFill>
                  <a:gsLst>
                    <a:gs pos="0">
                      <a:srgbClr val="FFFF00">
                        <a:alpha val="71000"/>
                      </a:srgbClr>
                    </a:gs>
                    <a:gs pos="100000">
                      <a:srgbClr val="FFFF00">
                        <a:alpha val="0"/>
                        <a:lumMod val="26000"/>
                      </a:srgb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206" name="Group 205">
                <a:extLst>
                  <a:ext uri="{FF2B5EF4-FFF2-40B4-BE49-F238E27FC236}">
                    <a16:creationId xmlns:a16="http://schemas.microsoft.com/office/drawing/2014/main" id="{FF179279-9D27-5FBE-4841-B7891D4CC083}"/>
                  </a:ext>
                </a:extLst>
              </p:cNvPr>
              <p:cNvGrpSpPr/>
              <p:nvPr/>
            </p:nvGrpSpPr>
            <p:grpSpPr>
              <a:xfrm>
                <a:off x="6990618" y="1348011"/>
                <a:ext cx="566610" cy="388589"/>
                <a:chOff x="8421832" y="1348011"/>
                <a:chExt cx="566610" cy="388589"/>
              </a:xfrm>
            </p:grpSpPr>
            <p:pic>
              <p:nvPicPr>
                <p:cNvPr id="207" name="Graphic 206" descr="Lightbulb outline">
                  <a:extLst>
                    <a:ext uri="{FF2B5EF4-FFF2-40B4-BE49-F238E27FC236}">
                      <a16:creationId xmlns:a16="http://schemas.microsoft.com/office/drawing/2014/main" id="{F781B54C-B8EF-079E-DE95-B866E6C318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208" name="Trapezoid 207">
                  <a:extLst>
                    <a:ext uri="{FF2B5EF4-FFF2-40B4-BE49-F238E27FC236}">
                      <a16:creationId xmlns:a16="http://schemas.microsoft.com/office/drawing/2014/main" id="{1C210BCF-0CED-D341-8ADE-287F045A7AAA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Trapezoid 208">
                  <a:extLst>
                    <a:ext uri="{FF2B5EF4-FFF2-40B4-BE49-F238E27FC236}">
                      <a16:creationId xmlns:a16="http://schemas.microsoft.com/office/drawing/2014/main" id="{4723D7C4-B097-53B7-D0AC-5B675FBA1013}"/>
                    </a:ext>
                  </a:extLst>
                </p:cNvPr>
                <p:cNvSpPr/>
                <p:nvPr/>
              </p:nvSpPr>
              <p:spPr>
                <a:xfrm>
                  <a:off x="8421832" y="1443718"/>
                  <a:ext cx="566610" cy="292882"/>
                </a:xfrm>
                <a:prstGeom prst="trapezoid">
                  <a:avLst>
                    <a:gd name="adj" fmla="val 59789"/>
                  </a:avLst>
                </a:prstGeom>
                <a:gradFill>
                  <a:gsLst>
                    <a:gs pos="0">
                      <a:srgbClr val="FFFF00">
                        <a:alpha val="71000"/>
                      </a:srgbClr>
                    </a:gs>
                    <a:gs pos="100000">
                      <a:srgbClr val="FFFF00">
                        <a:alpha val="0"/>
                        <a:lumMod val="26000"/>
                      </a:srgb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E1A36355-0283-799B-6C5D-9CFC48198D5C}"/>
              </a:ext>
            </a:extLst>
          </p:cNvPr>
          <p:cNvGrpSpPr/>
          <p:nvPr/>
        </p:nvGrpSpPr>
        <p:grpSpPr>
          <a:xfrm>
            <a:off x="5895939" y="2520821"/>
            <a:ext cx="1555553" cy="1504169"/>
            <a:chOff x="6990618" y="1224728"/>
            <a:chExt cx="1555553" cy="1504169"/>
          </a:xfrm>
        </p:grpSpPr>
        <p:sp>
          <p:nvSpPr>
            <p:cNvPr id="214" name="Block Arc 213">
              <a:extLst>
                <a:ext uri="{FF2B5EF4-FFF2-40B4-BE49-F238E27FC236}">
                  <a16:creationId xmlns:a16="http://schemas.microsoft.com/office/drawing/2014/main" id="{C0EEB9ED-666A-299C-87A4-226D842746DB}"/>
                </a:ext>
              </a:extLst>
            </p:cNvPr>
            <p:cNvSpPr/>
            <p:nvPr/>
          </p:nvSpPr>
          <p:spPr>
            <a:xfrm>
              <a:off x="7743729" y="1224728"/>
              <a:ext cx="566610" cy="425155"/>
            </a:xfrm>
            <a:prstGeom prst="blockArc">
              <a:avLst>
                <a:gd name="adj1" fmla="val 10800000"/>
                <a:gd name="adj2" fmla="val 20516102"/>
                <a:gd name="adj3" fmla="val 10819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2E7E31E0-3C44-EC71-19FF-A7E31269AE78}"/>
                </a:ext>
              </a:extLst>
            </p:cNvPr>
            <p:cNvGrpSpPr/>
            <p:nvPr/>
          </p:nvGrpSpPr>
          <p:grpSpPr>
            <a:xfrm>
              <a:off x="6990618" y="1238494"/>
              <a:ext cx="1555553" cy="1490403"/>
              <a:chOff x="6990618" y="1238494"/>
              <a:chExt cx="1555553" cy="1490403"/>
            </a:xfrm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8A406C35-4ADD-6DE2-0A14-9244BA05906E}"/>
                  </a:ext>
                </a:extLst>
              </p:cNvPr>
              <p:cNvSpPr/>
              <p:nvPr/>
            </p:nvSpPr>
            <p:spPr>
              <a:xfrm>
                <a:off x="7743729" y="1430708"/>
                <a:ext cx="45719" cy="114601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sp>
            <p:nvSpPr>
              <p:cNvPr id="217" name="Block Arc 216">
                <a:extLst>
                  <a:ext uri="{FF2B5EF4-FFF2-40B4-BE49-F238E27FC236}">
                    <a16:creationId xmlns:a16="http://schemas.microsoft.com/office/drawing/2014/main" id="{A7BB8B2E-4C41-8675-FB26-0676A34BB442}"/>
                  </a:ext>
                </a:extLst>
              </p:cNvPr>
              <p:cNvSpPr/>
              <p:nvPr/>
            </p:nvSpPr>
            <p:spPr>
              <a:xfrm flipH="1">
                <a:off x="7222948" y="1238494"/>
                <a:ext cx="566610" cy="425155"/>
              </a:xfrm>
              <a:prstGeom prst="blockArc">
                <a:avLst>
                  <a:gd name="adj1" fmla="val 10800000"/>
                  <a:gd name="adj2" fmla="val 20516102"/>
                  <a:gd name="adj3" fmla="val 10819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8" name="Trapezoid 217">
                <a:extLst>
                  <a:ext uri="{FF2B5EF4-FFF2-40B4-BE49-F238E27FC236}">
                    <a16:creationId xmlns:a16="http://schemas.microsoft.com/office/drawing/2014/main" id="{8F3122B7-802B-6391-7143-F58F56215A96}"/>
                  </a:ext>
                </a:extLst>
              </p:cNvPr>
              <p:cNvSpPr/>
              <p:nvPr/>
            </p:nvSpPr>
            <p:spPr>
              <a:xfrm>
                <a:off x="7612559" y="2562683"/>
                <a:ext cx="308060" cy="166214"/>
              </a:xfrm>
              <a:prstGeom prst="trapezoid">
                <a:avLst>
                  <a:gd name="adj" fmla="val 42877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grpSp>
            <p:nvGrpSpPr>
              <p:cNvPr id="219" name="Group 218">
                <a:extLst>
                  <a:ext uri="{FF2B5EF4-FFF2-40B4-BE49-F238E27FC236}">
                    <a16:creationId xmlns:a16="http://schemas.microsoft.com/office/drawing/2014/main" id="{95C0B722-8582-555C-EB1C-26A21583197C}"/>
                  </a:ext>
                </a:extLst>
              </p:cNvPr>
              <p:cNvGrpSpPr/>
              <p:nvPr/>
            </p:nvGrpSpPr>
            <p:grpSpPr>
              <a:xfrm>
                <a:off x="7981466" y="1348011"/>
                <a:ext cx="564705" cy="389307"/>
                <a:chOff x="8425058" y="1348011"/>
                <a:chExt cx="564705" cy="389307"/>
              </a:xfrm>
            </p:grpSpPr>
            <p:pic>
              <p:nvPicPr>
                <p:cNvPr id="224" name="Graphic 223" descr="Lightbulb outline">
                  <a:extLst>
                    <a:ext uri="{FF2B5EF4-FFF2-40B4-BE49-F238E27FC236}">
                      <a16:creationId xmlns:a16="http://schemas.microsoft.com/office/drawing/2014/main" id="{30E9CD00-22AD-D81A-2B11-97749DC0C1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225" name="Trapezoid 224">
                  <a:extLst>
                    <a:ext uri="{FF2B5EF4-FFF2-40B4-BE49-F238E27FC236}">
                      <a16:creationId xmlns:a16="http://schemas.microsoft.com/office/drawing/2014/main" id="{8E2C6330-C916-957F-D4AD-EA366FD8A102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26" name="Trapezoid 225">
                  <a:extLst>
                    <a:ext uri="{FF2B5EF4-FFF2-40B4-BE49-F238E27FC236}">
                      <a16:creationId xmlns:a16="http://schemas.microsoft.com/office/drawing/2014/main" id="{9D2802CC-C0F3-2E22-8F6B-802025BB2817}"/>
                    </a:ext>
                  </a:extLst>
                </p:cNvPr>
                <p:cNvSpPr/>
                <p:nvPr/>
              </p:nvSpPr>
              <p:spPr>
                <a:xfrm>
                  <a:off x="8425058" y="1441707"/>
                  <a:ext cx="564705" cy="295611"/>
                </a:xfrm>
                <a:prstGeom prst="trapezoid">
                  <a:avLst>
                    <a:gd name="adj" fmla="val 59789"/>
                  </a:avLst>
                </a:prstGeom>
                <a:gradFill>
                  <a:gsLst>
                    <a:gs pos="0">
                      <a:srgbClr val="FFFF00">
                        <a:alpha val="71000"/>
                      </a:srgbClr>
                    </a:gs>
                    <a:gs pos="100000">
                      <a:srgbClr val="FFFF00">
                        <a:alpha val="0"/>
                        <a:lumMod val="26000"/>
                      </a:srgb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</p:grp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CDC8ADEC-105A-26BC-DE0E-86986C715DB7}"/>
                  </a:ext>
                </a:extLst>
              </p:cNvPr>
              <p:cNvGrpSpPr/>
              <p:nvPr/>
            </p:nvGrpSpPr>
            <p:grpSpPr>
              <a:xfrm>
                <a:off x="6990618" y="1348011"/>
                <a:ext cx="566610" cy="388589"/>
                <a:chOff x="8421832" y="1348011"/>
                <a:chExt cx="566610" cy="388589"/>
              </a:xfrm>
            </p:grpSpPr>
            <p:pic>
              <p:nvPicPr>
                <p:cNvPr id="221" name="Graphic 220" descr="Lightbulb outline">
                  <a:extLst>
                    <a:ext uri="{FF2B5EF4-FFF2-40B4-BE49-F238E27FC236}">
                      <a16:creationId xmlns:a16="http://schemas.microsoft.com/office/drawing/2014/main" id="{5D6C08B0-9E2D-A451-6C6D-DA8F4C5692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222" name="Trapezoid 221">
                  <a:extLst>
                    <a:ext uri="{FF2B5EF4-FFF2-40B4-BE49-F238E27FC236}">
                      <a16:creationId xmlns:a16="http://schemas.microsoft.com/office/drawing/2014/main" id="{908A4715-7964-0656-E9EF-448A10199111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223" name="Trapezoid 222">
                  <a:extLst>
                    <a:ext uri="{FF2B5EF4-FFF2-40B4-BE49-F238E27FC236}">
                      <a16:creationId xmlns:a16="http://schemas.microsoft.com/office/drawing/2014/main" id="{0B8CD249-4AA2-05DC-F637-A5F6D84AD382}"/>
                    </a:ext>
                  </a:extLst>
                </p:cNvPr>
                <p:cNvSpPr/>
                <p:nvPr/>
              </p:nvSpPr>
              <p:spPr>
                <a:xfrm>
                  <a:off x="8421832" y="1443718"/>
                  <a:ext cx="566610" cy="292882"/>
                </a:xfrm>
                <a:prstGeom prst="trapezoid">
                  <a:avLst>
                    <a:gd name="adj" fmla="val 59789"/>
                  </a:avLst>
                </a:prstGeom>
                <a:gradFill>
                  <a:gsLst>
                    <a:gs pos="0">
                      <a:srgbClr val="FFFF00">
                        <a:alpha val="71000"/>
                      </a:srgbClr>
                    </a:gs>
                    <a:gs pos="100000">
                      <a:srgbClr val="FFFF00">
                        <a:alpha val="0"/>
                        <a:lumMod val="26000"/>
                      </a:srgb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/>
                </a:p>
              </p:txBody>
            </p:sp>
          </p:grp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54E27E41-82C8-CC1F-E000-D6946DA80CE2}"/>
              </a:ext>
            </a:extLst>
          </p:cNvPr>
          <p:cNvGrpSpPr/>
          <p:nvPr/>
        </p:nvGrpSpPr>
        <p:grpSpPr>
          <a:xfrm>
            <a:off x="3940713" y="2533938"/>
            <a:ext cx="1555553" cy="1504169"/>
            <a:chOff x="6990618" y="1224728"/>
            <a:chExt cx="1555553" cy="1504169"/>
          </a:xfrm>
        </p:grpSpPr>
        <p:sp>
          <p:nvSpPr>
            <p:cNvPr id="228" name="Block Arc 227">
              <a:extLst>
                <a:ext uri="{FF2B5EF4-FFF2-40B4-BE49-F238E27FC236}">
                  <a16:creationId xmlns:a16="http://schemas.microsoft.com/office/drawing/2014/main" id="{B0D8BF39-82FB-B80A-2CF4-C27639F01025}"/>
                </a:ext>
              </a:extLst>
            </p:cNvPr>
            <p:cNvSpPr/>
            <p:nvPr/>
          </p:nvSpPr>
          <p:spPr>
            <a:xfrm>
              <a:off x="7743729" y="1224728"/>
              <a:ext cx="566610" cy="425155"/>
            </a:xfrm>
            <a:prstGeom prst="blockArc">
              <a:avLst>
                <a:gd name="adj1" fmla="val 10800000"/>
                <a:gd name="adj2" fmla="val 20516102"/>
                <a:gd name="adj3" fmla="val 10819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0CAF36A9-53F6-F4BC-A54D-D035F9862C52}"/>
                </a:ext>
              </a:extLst>
            </p:cNvPr>
            <p:cNvGrpSpPr/>
            <p:nvPr/>
          </p:nvGrpSpPr>
          <p:grpSpPr>
            <a:xfrm>
              <a:off x="6990618" y="1238494"/>
              <a:ext cx="1555553" cy="1490403"/>
              <a:chOff x="6990618" y="1238494"/>
              <a:chExt cx="1555553" cy="1490403"/>
            </a:xfrm>
          </p:grpSpPr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346B73E9-0E8F-78C9-FFAA-55B28088AF96}"/>
                  </a:ext>
                </a:extLst>
              </p:cNvPr>
              <p:cNvSpPr/>
              <p:nvPr/>
            </p:nvSpPr>
            <p:spPr>
              <a:xfrm>
                <a:off x="7743729" y="1430708"/>
                <a:ext cx="45719" cy="114601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1" name="Block Arc 230">
                <a:extLst>
                  <a:ext uri="{FF2B5EF4-FFF2-40B4-BE49-F238E27FC236}">
                    <a16:creationId xmlns:a16="http://schemas.microsoft.com/office/drawing/2014/main" id="{22071411-8984-EE2F-B1C0-B6CF081D39DD}"/>
                  </a:ext>
                </a:extLst>
              </p:cNvPr>
              <p:cNvSpPr/>
              <p:nvPr/>
            </p:nvSpPr>
            <p:spPr>
              <a:xfrm flipH="1">
                <a:off x="7222948" y="1238494"/>
                <a:ext cx="566610" cy="425155"/>
              </a:xfrm>
              <a:prstGeom prst="blockArc">
                <a:avLst>
                  <a:gd name="adj1" fmla="val 10800000"/>
                  <a:gd name="adj2" fmla="val 20516102"/>
                  <a:gd name="adj3" fmla="val 10819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2" name="Trapezoid 231">
                <a:extLst>
                  <a:ext uri="{FF2B5EF4-FFF2-40B4-BE49-F238E27FC236}">
                    <a16:creationId xmlns:a16="http://schemas.microsoft.com/office/drawing/2014/main" id="{0F82EE00-C742-F70C-779B-C1ABEC73DBAD}"/>
                  </a:ext>
                </a:extLst>
              </p:cNvPr>
              <p:cNvSpPr/>
              <p:nvPr/>
            </p:nvSpPr>
            <p:spPr>
              <a:xfrm>
                <a:off x="7612559" y="2562683"/>
                <a:ext cx="308060" cy="166214"/>
              </a:xfrm>
              <a:prstGeom prst="trapezoid">
                <a:avLst>
                  <a:gd name="adj" fmla="val 42877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3" name="Group 232">
                <a:extLst>
                  <a:ext uri="{FF2B5EF4-FFF2-40B4-BE49-F238E27FC236}">
                    <a16:creationId xmlns:a16="http://schemas.microsoft.com/office/drawing/2014/main" id="{511EFE3B-C11E-E4C7-7047-514A9A25043D}"/>
                  </a:ext>
                </a:extLst>
              </p:cNvPr>
              <p:cNvGrpSpPr/>
              <p:nvPr/>
            </p:nvGrpSpPr>
            <p:grpSpPr>
              <a:xfrm>
                <a:off x="7981466" y="1348011"/>
                <a:ext cx="564705" cy="389307"/>
                <a:chOff x="8425058" y="1348011"/>
                <a:chExt cx="564705" cy="389307"/>
              </a:xfrm>
            </p:grpSpPr>
            <p:pic>
              <p:nvPicPr>
                <p:cNvPr id="238" name="Graphic 237" descr="Lightbulb outline">
                  <a:extLst>
                    <a:ext uri="{FF2B5EF4-FFF2-40B4-BE49-F238E27FC236}">
                      <a16:creationId xmlns:a16="http://schemas.microsoft.com/office/drawing/2014/main" id="{E33AB9B4-CFEB-2177-956C-8A4AAB4186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239" name="Trapezoid 238">
                  <a:extLst>
                    <a:ext uri="{FF2B5EF4-FFF2-40B4-BE49-F238E27FC236}">
                      <a16:creationId xmlns:a16="http://schemas.microsoft.com/office/drawing/2014/main" id="{9B977818-83D8-33A6-1A0A-69F22DF9243F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0" name="Trapezoid 239">
                  <a:extLst>
                    <a:ext uri="{FF2B5EF4-FFF2-40B4-BE49-F238E27FC236}">
                      <a16:creationId xmlns:a16="http://schemas.microsoft.com/office/drawing/2014/main" id="{E3B65E59-57B9-80D8-4BB9-6E889277DF49}"/>
                    </a:ext>
                  </a:extLst>
                </p:cNvPr>
                <p:cNvSpPr/>
                <p:nvPr/>
              </p:nvSpPr>
              <p:spPr>
                <a:xfrm>
                  <a:off x="8425058" y="1441707"/>
                  <a:ext cx="564705" cy="295611"/>
                </a:xfrm>
                <a:prstGeom prst="trapezoid">
                  <a:avLst>
                    <a:gd name="adj" fmla="val 59789"/>
                  </a:avLst>
                </a:prstGeom>
                <a:gradFill>
                  <a:gsLst>
                    <a:gs pos="0">
                      <a:srgbClr val="FFFF00">
                        <a:alpha val="71000"/>
                      </a:srgbClr>
                    </a:gs>
                    <a:gs pos="100000">
                      <a:srgbClr val="FFFF00">
                        <a:alpha val="0"/>
                        <a:lumMod val="26000"/>
                      </a:srgb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92C6A90B-A0CB-C867-751F-EF8D6451BE59}"/>
                  </a:ext>
                </a:extLst>
              </p:cNvPr>
              <p:cNvGrpSpPr/>
              <p:nvPr/>
            </p:nvGrpSpPr>
            <p:grpSpPr>
              <a:xfrm>
                <a:off x="6990618" y="1348011"/>
                <a:ext cx="566610" cy="388589"/>
                <a:chOff x="8421832" y="1348011"/>
                <a:chExt cx="566610" cy="388589"/>
              </a:xfrm>
            </p:grpSpPr>
            <p:pic>
              <p:nvPicPr>
                <p:cNvPr id="235" name="Graphic 234" descr="Lightbulb outline">
                  <a:extLst>
                    <a:ext uri="{FF2B5EF4-FFF2-40B4-BE49-F238E27FC236}">
                      <a16:creationId xmlns:a16="http://schemas.microsoft.com/office/drawing/2014/main" id="{6F58FC5C-4D12-D1B8-06B3-AB99CDC61A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236" name="Trapezoid 235">
                  <a:extLst>
                    <a:ext uri="{FF2B5EF4-FFF2-40B4-BE49-F238E27FC236}">
                      <a16:creationId xmlns:a16="http://schemas.microsoft.com/office/drawing/2014/main" id="{9BFABA4F-8B8D-A825-35CF-72A321D84602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7" name="Trapezoid 236">
                  <a:extLst>
                    <a:ext uri="{FF2B5EF4-FFF2-40B4-BE49-F238E27FC236}">
                      <a16:creationId xmlns:a16="http://schemas.microsoft.com/office/drawing/2014/main" id="{E2791637-A551-70B4-F156-00ECD79993B7}"/>
                    </a:ext>
                  </a:extLst>
                </p:cNvPr>
                <p:cNvSpPr/>
                <p:nvPr/>
              </p:nvSpPr>
              <p:spPr>
                <a:xfrm>
                  <a:off x="8421832" y="1443718"/>
                  <a:ext cx="566610" cy="292882"/>
                </a:xfrm>
                <a:prstGeom prst="trapezoid">
                  <a:avLst>
                    <a:gd name="adj" fmla="val 59789"/>
                  </a:avLst>
                </a:prstGeom>
                <a:gradFill>
                  <a:gsLst>
                    <a:gs pos="0">
                      <a:srgbClr val="FFFF00">
                        <a:alpha val="71000"/>
                      </a:srgbClr>
                    </a:gs>
                    <a:gs pos="100000">
                      <a:srgbClr val="FFFF00">
                        <a:alpha val="0"/>
                        <a:lumMod val="26000"/>
                      </a:srgb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D1FC1EF8-47D1-ED16-7F40-9F7F267CBADC}"/>
              </a:ext>
            </a:extLst>
          </p:cNvPr>
          <p:cNvGrpSpPr/>
          <p:nvPr/>
        </p:nvGrpSpPr>
        <p:grpSpPr>
          <a:xfrm>
            <a:off x="1904513" y="2541159"/>
            <a:ext cx="1555553" cy="1504169"/>
            <a:chOff x="6990618" y="1224728"/>
            <a:chExt cx="1555553" cy="1504169"/>
          </a:xfrm>
        </p:grpSpPr>
        <p:sp>
          <p:nvSpPr>
            <p:cNvPr id="242" name="Block Arc 241">
              <a:extLst>
                <a:ext uri="{FF2B5EF4-FFF2-40B4-BE49-F238E27FC236}">
                  <a16:creationId xmlns:a16="http://schemas.microsoft.com/office/drawing/2014/main" id="{8A90111D-1F2C-45F6-61DF-B66506CF415A}"/>
                </a:ext>
              </a:extLst>
            </p:cNvPr>
            <p:cNvSpPr/>
            <p:nvPr/>
          </p:nvSpPr>
          <p:spPr>
            <a:xfrm>
              <a:off x="7743729" y="1224728"/>
              <a:ext cx="566610" cy="425155"/>
            </a:xfrm>
            <a:prstGeom prst="blockArc">
              <a:avLst>
                <a:gd name="adj1" fmla="val 10800000"/>
                <a:gd name="adj2" fmla="val 20516102"/>
                <a:gd name="adj3" fmla="val 10819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6F2718E-EBE8-A805-E16B-B3260ECE9B41}"/>
                </a:ext>
              </a:extLst>
            </p:cNvPr>
            <p:cNvGrpSpPr/>
            <p:nvPr/>
          </p:nvGrpSpPr>
          <p:grpSpPr>
            <a:xfrm>
              <a:off x="6990618" y="1238494"/>
              <a:ext cx="1555553" cy="1490403"/>
              <a:chOff x="6990618" y="1238494"/>
              <a:chExt cx="1555553" cy="1490403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5D980F32-1532-554B-F093-8A722755D30A}"/>
                  </a:ext>
                </a:extLst>
              </p:cNvPr>
              <p:cNvSpPr/>
              <p:nvPr/>
            </p:nvSpPr>
            <p:spPr>
              <a:xfrm>
                <a:off x="7743729" y="1430708"/>
                <a:ext cx="45719" cy="114601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5" name="Block Arc 244">
                <a:extLst>
                  <a:ext uri="{FF2B5EF4-FFF2-40B4-BE49-F238E27FC236}">
                    <a16:creationId xmlns:a16="http://schemas.microsoft.com/office/drawing/2014/main" id="{84401C80-6A9E-DCC6-1CAF-97DF25E9E3DF}"/>
                  </a:ext>
                </a:extLst>
              </p:cNvPr>
              <p:cNvSpPr/>
              <p:nvPr/>
            </p:nvSpPr>
            <p:spPr>
              <a:xfrm flipH="1">
                <a:off x="7222948" y="1238494"/>
                <a:ext cx="566610" cy="425155"/>
              </a:xfrm>
              <a:prstGeom prst="blockArc">
                <a:avLst>
                  <a:gd name="adj1" fmla="val 10800000"/>
                  <a:gd name="adj2" fmla="val 20516102"/>
                  <a:gd name="adj3" fmla="val 10819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6" name="Trapezoid 245">
                <a:extLst>
                  <a:ext uri="{FF2B5EF4-FFF2-40B4-BE49-F238E27FC236}">
                    <a16:creationId xmlns:a16="http://schemas.microsoft.com/office/drawing/2014/main" id="{D36938B2-B35F-3C42-33A2-C102D2B898AA}"/>
                  </a:ext>
                </a:extLst>
              </p:cNvPr>
              <p:cNvSpPr/>
              <p:nvPr/>
            </p:nvSpPr>
            <p:spPr>
              <a:xfrm>
                <a:off x="7612559" y="2562683"/>
                <a:ext cx="308060" cy="166214"/>
              </a:xfrm>
              <a:prstGeom prst="trapezoid">
                <a:avLst>
                  <a:gd name="adj" fmla="val 42877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47" name="Group 246">
                <a:extLst>
                  <a:ext uri="{FF2B5EF4-FFF2-40B4-BE49-F238E27FC236}">
                    <a16:creationId xmlns:a16="http://schemas.microsoft.com/office/drawing/2014/main" id="{4D685913-2ABB-47A4-E9F7-048B764A4B4F}"/>
                  </a:ext>
                </a:extLst>
              </p:cNvPr>
              <p:cNvGrpSpPr/>
              <p:nvPr/>
            </p:nvGrpSpPr>
            <p:grpSpPr>
              <a:xfrm>
                <a:off x="7981466" y="1348011"/>
                <a:ext cx="564705" cy="389307"/>
                <a:chOff x="8425058" y="1348011"/>
                <a:chExt cx="564705" cy="389307"/>
              </a:xfrm>
            </p:grpSpPr>
            <p:pic>
              <p:nvPicPr>
                <p:cNvPr id="252" name="Graphic 251" descr="Lightbulb outline">
                  <a:extLst>
                    <a:ext uri="{FF2B5EF4-FFF2-40B4-BE49-F238E27FC236}">
                      <a16:creationId xmlns:a16="http://schemas.microsoft.com/office/drawing/2014/main" id="{A46771E9-EEF7-F4A9-1218-998ED1E78A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253" name="Trapezoid 252">
                  <a:extLst>
                    <a:ext uri="{FF2B5EF4-FFF2-40B4-BE49-F238E27FC236}">
                      <a16:creationId xmlns:a16="http://schemas.microsoft.com/office/drawing/2014/main" id="{10B32055-7498-311A-0B31-D3788EE93EB5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4" name="Trapezoid 253">
                  <a:extLst>
                    <a:ext uri="{FF2B5EF4-FFF2-40B4-BE49-F238E27FC236}">
                      <a16:creationId xmlns:a16="http://schemas.microsoft.com/office/drawing/2014/main" id="{F384B0A9-CAC5-8CA1-5C55-210B0EDD00F5}"/>
                    </a:ext>
                  </a:extLst>
                </p:cNvPr>
                <p:cNvSpPr/>
                <p:nvPr/>
              </p:nvSpPr>
              <p:spPr>
                <a:xfrm>
                  <a:off x="8425058" y="1441707"/>
                  <a:ext cx="564705" cy="295611"/>
                </a:xfrm>
                <a:prstGeom prst="trapezoid">
                  <a:avLst>
                    <a:gd name="adj" fmla="val 59789"/>
                  </a:avLst>
                </a:prstGeom>
                <a:gradFill>
                  <a:gsLst>
                    <a:gs pos="0">
                      <a:srgbClr val="FFFF00">
                        <a:alpha val="71000"/>
                      </a:srgbClr>
                    </a:gs>
                    <a:gs pos="100000">
                      <a:srgbClr val="FFFF00">
                        <a:alpha val="0"/>
                        <a:lumMod val="26000"/>
                      </a:srgb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248" name="Group 247">
                <a:extLst>
                  <a:ext uri="{FF2B5EF4-FFF2-40B4-BE49-F238E27FC236}">
                    <a16:creationId xmlns:a16="http://schemas.microsoft.com/office/drawing/2014/main" id="{BDD4A8D7-63F5-832B-D2E3-CC36F32FDE7E}"/>
                  </a:ext>
                </a:extLst>
              </p:cNvPr>
              <p:cNvGrpSpPr/>
              <p:nvPr/>
            </p:nvGrpSpPr>
            <p:grpSpPr>
              <a:xfrm>
                <a:off x="6990618" y="1348011"/>
                <a:ext cx="566610" cy="388589"/>
                <a:chOff x="8421832" y="1348011"/>
                <a:chExt cx="566610" cy="388589"/>
              </a:xfrm>
            </p:grpSpPr>
            <p:pic>
              <p:nvPicPr>
                <p:cNvPr id="249" name="Graphic 248" descr="Lightbulb outline">
                  <a:extLst>
                    <a:ext uri="{FF2B5EF4-FFF2-40B4-BE49-F238E27FC236}">
                      <a16:creationId xmlns:a16="http://schemas.microsoft.com/office/drawing/2014/main" id="{BB2EB609-F221-CEF6-AF33-C65E677603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250" name="Trapezoid 249">
                  <a:extLst>
                    <a:ext uri="{FF2B5EF4-FFF2-40B4-BE49-F238E27FC236}">
                      <a16:creationId xmlns:a16="http://schemas.microsoft.com/office/drawing/2014/main" id="{5986463C-ADC1-BABC-4FBD-40FCF9EAF170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1" name="Trapezoid 250">
                  <a:extLst>
                    <a:ext uri="{FF2B5EF4-FFF2-40B4-BE49-F238E27FC236}">
                      <a16:creationId xmlns:a16="http://schemas.microsoft.com/office/drawing/2014/main" id="{59BEC048-C0AD-5E49-859B-DDE1FA7304E6}"/>
                    </a:ext>
                  </a:extLst>
                </p:cNvPr>
                <p:cNvSpPr/>
                <p:nvPr/>
              </p:nvSpPr>
              <p:spPr>
                <a:xfrm>
                  <a:off x="8421832" y="1443718"/>
                  <a:ext cx="566610" cy="292882"/>
                </a:xfrm>
                <a:prstGeom prst="trapezoid">
                  <a:avLst>
                    <a:gd name="adj" fmla="val 59789"/>
                  </a:avLst>
                </a:prstGeom>
                <a:gradFill>
                  <a:gsLst>
                    <a:gs pos="0">
                      <a:srgbClr val="FFFF00">
                        <a:alpha val="71000"/>
                      </a:srgbClr>
                    </a:gs>
                    <a:gs pos="100000">
                      <a:srgbClr val="FFFF00">
                        <a:alpha val="0"/>
                        <a:lumMod val="26000"/>
                      </a:srgb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326" name="Rectangle: Rounded Corners 325">
            <a:extLst>
              <a:ext uri="{FF2B5EF4-FFF2-40B4-BE49-F238E27FC236}">
                <a16:creationId xmlns:a16="http://schemas.microsoft.com/office/drawing/2014/main" id="{2F84B8A1-B199-357C-9BE6-B52CF20AB896}"/>
              </a:ext>
            </a:extLst>
          </p:cNvPr>
          <p:cNvSpPr/>
          <p:nvPr/>
        </p:nvSpPr>
        <p:spPr>
          <a:xfrm>
            <a:off x="7726482" y="354706"/>
            <a:ext cx="1872578" cy="425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C878D8CD-068D-D215-E242-56F1460A03A8}"/>
              </a:ext>
            </a:extLst>
          </p:cNvPr>
          <p:cNvSpPr/>
          <p:nvPr/>
        </p:nvSpPr>
        <p:spPr>
          <a:xfrm>
            <a:off x="2268095" y="1145176"/>
            <a:ext cx="1872578" cy="425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Rectangle: Rounded Corners 328">
            <a:extLst>
              <a:ext uri="{FF2B5EF4-FFF2-40B4-BE49-F238E27FC236}">
                <a16:creationId xmlns:a16="http://schemas.microsoft.com/office/drawing/2014/main" id="{A1C9CDED-19A7-23D3-7769-A230C49944A4}"/>
              </a:ext>
            </a:extLst>
          </p:cNvPr>
          <p:cNvSpPr/>
          <p:nvPr/>
        </p:nvSpPr>
        <p:spPr>
          <a:xfrm>
            <a:off x="8229132" y="1153179"/>
            <a:ext cx="1872578" cy="42515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1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750" tmFilter="0, 0; .2, .5; .8, .5; 1, 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375" autoRev="1" fill="hold"/>
                                        <p:tgtEl>
                                          <p:spTgt spid="2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48148E-6 L -4.58333E-6 0.33773 " pathEditMode="relative" rAng="0" ptsTypes="AA">
                                      <p:cBhvr>
                                        <p:cTn id="23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713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44444E-6 L -0.40208 -0.00718 " pathEditMode="relative" rAng="0" ptsTypes="AA">
                                      <p:cBhvr>
                                        <p:cTn id="25" dur="1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04" y="-37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33333E-6 L -0.40208 -0.00718 " pathEditMode="relative" rAng="0" ptsTypes="AA">
                                      <p:cBhvr>
                                        <p:cTn id="27" dur="125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04" y="-37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11111E-6 L 0.41211 0.00579 " pathEditMode="relative" rAng="0" ptsTypes="AA">
                                      <p:cBhvr>
                                        <p:cTn id="29" dur="125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99" y="278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07407E-6 L 0.35729 -4.07407E-6 " pathEditMode="relative" rAng="0" ptsTypes="AA">
                                      <p:cBhvr>
                                        <p:cTn id="31" dur="125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23" grpId="0" animBg="1"/>
      <p:bldP spid="326" grpId="0" animBg="1"/>
      <p:bldP spid="327" grpId="0" animBg="1"/>
      <p:bldP spid="3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53E460-0B89-377F-64D5-633E86ADC6CD}"/>
              </a:ext>
            </a:extLst>
          </p:cNvPr>
          <p:cNvSpPr>
            <a:spLocks/>
          </p:cNvSpPr>
          <p:nvPr/>
        </p:nvSpPr>
        <p:spPr>
          <a:xfrm>
            <a:off x="-34883" y="-217978"/>
            <a:ext cx="12591143" cy="729395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B7E3EC28-85BD-08D8-51D0-4DB136708255}"/>
              </a:ext>
            </a:extLst>
          </p:cNvPr>
          <p:cNvSpPr/>
          <p:nvPr/>
        </p:nvSpPr>
        <p:spPr>
          <a:xfrm>
            <a:off x="5591136" y="2921165"/>
            <a:ext cx="1259840" cy="12598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546100">
              <a:srgbClr val="FFF871">
                <a:alpha val="66667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2CCA23D-9DA3-9BD2-9014-5A9B130819DE}"/>
              </a:ext>
            </a:extLst>
          </p:cNvPr>
          <p:cNvGrpSpPr/>
          <p:nvPr/>
        </p:nvGrpSpPr>
        <p:grpSpPr>
          <a:xfrm>
            <a:off x="-2124089" y="158698"/>
            <a:ext cx="1631372" cy="1225410"/>
            <a:chOff x="1536732" y="65109"/>
            <a:chExt cx="1819370" cy="1366625"/>
          </a:xfrm>
          <a:solidFill>
            <a:schemeClr val="bg1">
              <a:lumMod val="95000"/>
            </a:schemeClr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BFE8631-9F74-22E9-E78E-6B410B76170B}"/>
                </a:ext>
              </a:extLst>
            </p:cNvPr>
            <p:cNvSpPr/>
            <p:nvPr/>
          </p:nvSpPr>
          <p:spPr>
            <a:xfrm>
              <a:off x="2212624" y="65109"/>
              <a:ext cx="626808" cy="6268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6A3A15E-A9D7-9467-5509-4E4AB21ECA6C}"/>
                </a:ext>
              </a:extLst>
            </p:cNvPr>
            <p:cNvSpPr/>
            <p:nvPr/>
          </p:nvSpPr>
          <p:spPr>
            <a:xfrm>
              <a:off x="2526028" y="249913"/>
              <a:ext cx="626808" cy="6268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24CAC01-CC48-8393-D306-A4228A96C78B}"/>
                </a:ext>
              </a:extLst>
            </p:cNvPr>
            <p:cNvSpPr/>
            <p:nvPr/>
          </p:nvSpPr>
          <p:spPr>
            <a:xfrm>
              <a:off x="1800834" y="209515"/>
              <a:ext cx="626808" cy="6268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FB57D62-EEAF-92AD-D6A2-C5AFD45C8882}"/>
                </a:ext>
              </a:extLst>
            </p:cNvPr>
            <p:cNvSpPr/>
            <p:nvPr/>
          </p:nvSpPr>
          <p:spPr>
            <a:xfrm>
              <a:off x="1536732" y="465575"/>
              <a:ext cx="1085158" cy="80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5656499-5C61-79BC-F708-F4F0F00423CF}"/>
                </a:ext>
              </a:extLst>
            </p:cNvPr>
            <p:cNvSpPr/>
            <p:nvPr/>
          </p:nvSpPr>
          <p:spPr>
            <a:xfrm>
              <a:off x="1918401" y="685053"/>
              <a:ext cx="1093813" cy="7466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17C6C7-3718-921A-C6C6-34336B1E4863}"/>
                </a:ext>
              </a:extLst>
            </p:cNvPr>
            <p:cNvSpPr/>
            <p:nvPr/>
          </p:nvSpPr>
          <p:spPr>
            <a:xfrm>
              <a:off x="2729294" y="601851"/>
              <a:ext cx="626808" cy="6268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CA9697-5A31-0398-7E66-F82758ABAA24}"/>
              </a:ext>
            </a:extLst>
          </p:cNvPr>
          <p:cNvGrpSpPr/>
          <p:nvPr/>
        </p:nvGrpSpPr>
        <p:grpSpPr>
          <a:xfrm>
            <a:off x="13469214" y="149962"/>
            <a:ext cx="1631372" cy="1225410"/>
            <a:chOff x="1536732" y="65109"/>
            <a:chExt cx="1819370" cy="1366625"/>
          </a:xfrm>
          <a:solidFill>
            <a:schemeClr val="bg1">
              <a:lumMod val="95000"/>
            </a:schemeClr>
          </a:solidFill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7FD3131-EA40-0EB1-BE1D-D84C9635B32E}"/>
                </a:ext>
              </a:extLst>
            </p:cNvPr>
            <p:cNvSpPr/>
            <p:nvPr/>
          </p:nvSpPr>
          <p:spPr>
            <a:xfrm>
              <a:off x="2212624" y="65109"/>
              <a:ext cx="626808" cy="6268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6D53B20-8927-1D49-8CE1-1194B465CBF0}"/>
                </a:ext>
              </a:extLst>
            </p:cNvPr>
            <p:cNvSpPr/>
            <p:nvPr/>
          </p:nvSpPr>
          <p:spPr>
            <a:xfrm>
              <a:off x="2526028" y="249913"/>
              <a:ext cx="626808" cy="6268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40DBF19-DB25-6433-2EB0-BF4B717F0416}"/>
                </a:ext>
              </a:extLst>
            </p:cNvPr>
            <p:cNvSpPr/>
            <p:nvPr/>
          </p:nvSpPr>
          <p:spPr>
            <a:xfrm>
              <a:off x="1800834" y="209515"/>
              <a:ext cx="626808" cy="6268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7841FCE-5B0F-7250-117F-E161EC51C2CD}"/>
                </a:ext>
              </a:extLst>
            </p:cNvPr>
            <p:cNvSpPr/>
            <p:nvPr/>
          </p:nvSpPr>
          <p:spPr>
            <a:xfrm>
              <a:off x="1536732" y="465575"/>
              <a:ext cx="1085158" cy="8047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8EE6C74-DC4D-72AF-E814-EF6143C39913}"/>
                </a:ext>
              </a:extLst>
            </p:cNvPr>
            <p:cNvSpPr/>
            <p:nvPr/>
          </p:nvSpPr>
          <p:spPr>
            <a:xfrm>
              <a:off x="1918401" y="685053"/>
              <a:ext cx="1093813" cy="74668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88E8C28-AFBE-8390-C12F-D5A2FC754A54}"/>
                </a:ext>
              </a:extLst>
            </p:cNvPr>
            <p:cNvSpPr/>
            <p:nvPr/>
          </p:nvSpPr>
          <p:spPr>
            <a:xfrm>
              <a:off x="2729294" y="601851"/>
              <a:ext cx="626808" cy="62680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8756ED7F-7134-D25E-5448-04044C58257C}"/>
              </a:ext>
            </a:extLst>
          </p:cNvPr>
          <p:cNvGrpSpPr/>
          <p:nvPr/>
        </p:nvGrpSpPr>
        <p:grpSpPr>
          <a:xfrm>
            <a:off x="9204515" y="2065727"/>
            <a:ext cx="660517" cy="1321492"/>
            <a:chOff x="7576457" y="965200"/>
            <a:chExt cx="924880" cy="2011749"/>
          </a:xfrm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9228A985-E945-0696-809E-E4D0AAED820A}"/>
                </a:ext>
              </a:extLst>
            </p:cNvPr>
            <p:cNvSpPr/>
            <p:nvPr/>
          </p:nvSpPr>
          <p:spPr>
            <a:xfrm>
              <a:off x="7953404" y="2050431"/>
              <a:ext cx="170986" cy="926518"/>
            </a:xfrm>
            <a:prstGeom prst="rect">
              <a:avLst/>
            </a:prstGeom>
            <a:solidFill>
              <a:srgbClr val="E87A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Isosceles Triangle 228">
              <a:extLst>
                <a:ext uri="{FF2B5EF4-FFF2-40B4-BE49-F238E27FC236}">
                  <a16:creationId xmlns:a16="http://schemas.microsoft.com/office/drawing/2014/main" id="{FEA76DA5-8447-9E80-B83A-34FFC887F4B6}"/>
                </a:ext>
              </a:extLst>
            </p:cNvPr>
            <p:cNvSpPr/>
            <p:nvPr/>
          </p:nvSpPr>
          <p:spPr>
            <a:xfrm>
              <a:off x="7576457" y="965200"/>
              <a:ext cx="924880" cy="1133067"/>
            </a:xfrm>
            <a:prstGeom prst="triangle">
              <a:avLst/>
            </a:pr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52046748-1712-ED8E-5A93-BB59A6833B3C}"/>
              </a:ext>
            </a:extLst>
          </p:cNvPr>
          <p:cNvGrpSpPr/>
          <p:nvPr/>
        </p:nvGrpSpPr>
        <p:grpSpPr>
          <a:xfrm>
            <a:off x="6916777" y="2021844"/>
            <a:ext cx="495188" cy="990719"/>
            <a:chOff x="7576457" y="965200"/>
            <a:chExt cx="924880" cy="2011749"/>
          </a:xfrm>
        </p:grpSpPr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A699CD81-43FA-9304-8339-400542F6275C}"/>
                </a:ext>
              </a:extLst>
            </p:cNvPr>
            <p:cNvSpPr/>
            <p:nvPr/>
          </p:nvSpPr>
          <p:spPr>
            <a:xfrm>
              <a:off x="7953404" y="2050431"/>
              <a:ext cx="170986" cy="926518"/>
            </a:xfrm>
            <a:prstGeom prst="rect">
              <a:avLst/>
            </a:prstGeom>
            <a:solidFill>
              <a:srgbClr val="E87A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Isosceles Triangle 231">
              <a:extLst>
                <a:ext uri="{FF2B5EF4-FFF2-40B4-BE49-F238E27FC236}">
                  <a16:creationId xmlns:a16="http://schemas.microsoft.com/office/drawing/2014/main" id="{D655BAB1-9361-9E8F-9034-D0E8AD82BD42}"/>
                </a:ext>
              </a:extLst>
            </p:cNvPr>
            <p:cNvSpPr/>
            <p:nvPr/>
          </p:nvSpPr>
          <p:spPr>
            <a:xfrm>
              <a:off x="7576457" y="965200"/>
              <a:ext cx="924880" cy="1133067"/>
            </a:xfrm>
            <a:prstGeom prst="triangle">
              <a:avLst/>
            </a:pr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2D3BDC5A-10EB-08E5-1D21-C6E205DD4EDA}"/>
              </a:ext>
            </a:extLst>
          </p:cNvPr>
          <p:cNvGrpSpPr/>
          <p:nvPr/>
        </p:nvGrpSpPr>
        <p:grpSpPr>
          <a:xfrm>
            <a:off x="3919729" y="2421045"/>
            <a:ext cx="495188" cy="990719"/>
            <a:chOff x="7576457" y="965200"/>
            <a:chExt cx="924880" cy="2011749"/>
          </a:xfrm>
        </p:grpSpPr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6D7AE5BE-62F1-127F-09F0-B8DD795AF4E0}"/>
                </a:ext>
              </a:extLst>
            </p:cNvPr>
            <p:cNvSpPr/>
            <p:nvPr/>
          </p:nvSpPr>
          <p:spPr>
            <a:xfrm>
              <a:off x="7953404" y="2050431"/>
              <a:ext cx="170986" cy="926518"/>
            </a:xfrm>
            <a:prstGeom prst="rect">
              <a:avLst/>
            </a:prstGeom>
            <a:solidFill>
              <a:srgbClr val="E87A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Isosceles Triangle 234">
              <a:extLst>
                <a:ext uri="{FF2B5EF4-FFF2-40B4-BE49-F238E27FC236}">
                  <a16:creationId xmlns:a16="http://schemas.microsoft.com/office/drawing/2014/main" id="{2C7FC6DB-1008-6240-3225-E006ECEA131D}"/>
                </a:ext>
              </a:extLst>
            </p:cNvPr>
            <p:cNvSpPr/>
            <p:nvPr/>
          </p:nvSpPr>
          <p:spPr>
            <a:xfrm>
              <a:off x="7576457" y="965200"/>
              <a:ext cx="924880" cy="1133067"/>
            </a:xfrm>
            <a:prstGeom prst="triangle">
              <a:avLst/>
            </a:pr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C1FEB4D8-C110-3D55-C3A6-A29D7D47125F}"/>
              </a:ext>
            </a:extLst>
          </p:cNvPr>
          <p:cNvGrpSpPr/>
          <p:nvPr/>
        </p:nvGrpSpPr>
        <p:grpSpPr>
          <a:xfrm>
            <a:off x="4304627" y="2435190"/>
            <a:ext cx="3720569" cy="2667148"/>
            <a:chOff x="4230799" y="1368753"/>
            <a:chExt cx="3720569" cy="2667148"/>
          </a:xfrm>
        </p:grpSpPr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DFE6905-79BF-7915-3388-4DAFAC67530A}"/>
                </a:ext>
              </a:extLst>
            </p:cNvPr>
            <p:cNvSpPr/>
            <p:nvPr/>
          </p:nvSpPr>
          <p:spPr>
            <a:xfrm>
              <a:off x="4230799" y="1368753"/>
              <a:ext cx="1860285" cy="2667148"/>
            </a:xfrm>
            <a:custGeom>
              <a:avLst/>
              <a:gdLst>
                <a:gd name="connsiteX0" fmla="*/ 1860285 w 1860285"/>
                <a:gd name="connsiteY0" fmla="*/ 0 h 2667148"/>
                <a:gd name="connsiteX1" fmla="*/ 1860285 w 1860285"/>
                <a:gd name="connsiteY1" fmla="*/ 2667148 h 2667148"/>
                <a:gd name="connsiteX2" fmla="*/ 1726185 w 1860285"/>
                <a:gd name="connsiteY2" fmla="*/ 2662444 h 2667148"/>
                <a:gd name="connsiteX3" fmla="*/ 0 w 1860285"/>
                <a:gd name="connsiteY3" fmla="*/ 1333574 h 2667148"/>
                <a:gd name="connsiteX4" fmla="*/ 1726185 w 1860285"/>
                <a:gd name="connsiteY4" fmla="*/ 4705 h 266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285" h="2667148">
                  <a:moveTo>
                    <a:pt x="1860285" y="0"/>
                  </a:moveTo>
                  <a:lnTo>
                    <a:pt x="1860285" y="2667148"/>
                  </a:lnTo>
                  <a:lnTo>
                    <a:pt x="1726185" y="2662444"/>
                  </a:lnTo>
                  <a:cubicBezTo>
                    <a:pt x="756613" y="2594039"/>
                    <a:pt x="0" y="2025189"/>
                    <a:pt x="0" y="1333574"/>
                  </a:cubicBezTo>
                  <a:cubicBezTo>
                    <a:pt x="0" y="641959"/>
                    <a:pt x="756613" y="73109"/>
                    <a:pt x="1726185" y="4705"/>
                  </a:cubicBezTo>
                  <a:close/>
                </a:path>
              </a:pathLst>
            </a:custGeom>
            <a:solidFill>
              <a:srgbClr val="92AC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46BEEB14-BF5C-B441-C04F-685C4899C7D0}"/>
                </a:ext>
              </a:extLst>
            </p:cNvPr>
            <p:cNvSpPr/>
            <p:nvPr/>
          </p:nvSpPr>
          <p:spPr>
            <a:xfrm flipH="1">
              <a:off x="6091083" y="1368753"/>
              <a:ext cx="1860285" cy="2667148"/>
            </a:xfrm>
            <a:custGeom>
              <a:avLst/>
              <a:gdLst>
                <a:gd name="connsiteX0" fmla="*/ 1860285 w 1860285"/>
                <a:gd name="connsiteY0" fmla="*/ 0 h 2667148"/>
                <a:gd name="connsiteX1" fmla="*/ 1860285 w 1860285"/>
                <a:gd name="connsiteY1" fmla="*/ 2667148 h 2667148"/>
                <a:gd name="connsiteX2" fmla="*/ 1726185 w 1860285"/>
                <a:gd name="connsiteY2" fmla="*/ 2662444 h 2667148"/>
                <a:gd name="connsiteX3" fmla="*/ 0 w 1860285"/>
                <a:gd name="connsiteY3" fmla="*/ 1333574 h 2667148"/>
                <a:gd name="connsiteX4" fmla="*/ 1726185 w 1860285"/>
                <a:gd name="connsiteY4" fmla="*/ 4705 h 266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285" h="2667148">
                  <a:moveTo>
                    <a:pt x="1860285" y="0"/>
                  </a:moveTo>
                  <a:lnTo>
                    <a:pt x="1860285" y="2667148"/>
                  </a:lnTo>
                  <a:lnTo>
                    <a:pt x="1726185" y="2662444"/>
                  </a:lnTo>
                  <a:cubicBezTo>
                    <a:pt x="756613" y="2594039"/>
                    <a:pt x="0" y="2025189"/>
                    <a:pt x="0" y="1333574"/>
                  </a:cubicBezTo>
                  <a:cubicBezTo>
                    <a:pt x="0" y="641959"/>
                    <a:pt x="756613" y="73109"/>
                    <a:pt x="1726185" y="4705"/>
                  </a:cubicBezTo>
                  <a:close/>
                </a:path>
              </a:pathLst>
            </a:custGeom>
            <a:solidFill>
              <a:srgbClr val="579E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CA385C61-CE08-1545-9924-BBBD253C9A27}"/>
              </a:ext>
            </a:extLst>
          </p:cNvPr>
          <p:cNvGrpSpPr/>
          <p:nvPr/>
        </p:nvGrpSpPr>
        <p:grpSpPr>
          <a:xfrm>
            <a:off x="1769646" y="3206399"/>
            <a:ext cx="3650103" cy="2482794"/>
            <a:chOff x="4230799" y="1368753"/>
            <a:chExt cx="3720569" cy="2667148"/>
          </a:xfrm>
        </p:grpSpPr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6538A0D6-8447-F5CC-7851-351BB9CAEF4C}"/>
                </a:ext>
              </a:extLst>
            </p:cNvPr>
            <p:cNvSpPr/>
            <p:nvPr/>
          </p:nvSpPr>
          <p:spPr>
            <a:xfrm>
              <a:off x="4230799" y="1368753"/>
              <a:ext cx="1860285" cy="2667148"/>
            </a:xfrm>
            <a:custGeom>
              <a:avLst/>
              <a:gdLst>
                <a:gd name="connsiteX0" fmla="*/ 1860285 w 1860285"/>
                <a:gd name="connsiteY0" fmla="*/ 0 h 2667148"/>
                <a:gd name="connsiteX1" fmla="*/ 1860285 w 1860285"/>
                <a:gd name="connsiteY1" fmla="*/ 2667148 h 2667148"/>
                <a:gd name="connsiteX2" fmla="*/ 1726185 w 1860285"/>
                <a:gd name="connsiteY2" fmla="*/ 2662444 h 2667148"/>
                <a:gd name="connsiteX3" fmla="*/ 0 w 1860285"/>
                <a:gd name="connsiteY3" fmla="*/ 1333574 h 2667148"/>
                <a:gd name="connsiteX4" fmla="*/ 1726185 w 1860285"/>
                <a:gd name="connsiteY4" fmla="*/ 4705 h 266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285" h="2667148">
                  <a:moveTo>
                    <a:pt x="1860285" y="0"/>
                  </a:moveTo>
                  <a:lnTo>
                    <a:pt x="1860285" y="2667148"/>
                  </a:lnTo>
                  <a:lnTo>
                    <a:pt x="1726185" y="2662444"/>
                  </a:lnTo>
                  <a:cubicBezTo>
                    <a:pt x="756613" y="2594039"/>
                    <a:pt x="0" y="2025189"/>
                    <a:pt x="0" y="1333574"/>
                  </a:cubicBezTo>
                  <a:cubicBezTo>
                    <a:pt x="0" y="641959"/>
                    <a:pt x="756613" y="73109"/>
                    <a:pt x="1726185" y="4705"/>
                  </a:cubicBezTo>
                  <a:close/>
                </a:path>
              </a:pathLst>
            </a:custGeom>
            <a:solidFill>
              <a:srgbClr val="92AC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03FA8C1D-C8CA-05C5-CA69-686436644AF9}"/>
                </a:ext>
              </a:extLst>
            </p:cNvPr>
            <p:cNvSpPr/>
            <p:nvPr/>
          </p:nvSpPr>
          <p:spPr>
            <a:xfrm flipH="1">
              <a:off x="6091083" y="1368753"/>
              <a:ext cx="1860285" cy="2667148"/>
            </a:xfrm>
            <a:custGeom>
              <a:avLst/>
              <a:gdLst>
                <a:gd name="connsiteX0" fmla="*/ 1860285 w 1860285"/>
                <a:gd name="connsiteY0" fmla="*/ 0 h 2667148"/>
                <a:gd name="connsiteX1" fmla="*/ 1860285 w 1860285"/>
                <a:gd name="connsiteY1" fmla="*/ 2667148 h 2667148"/>
                <a:gd name="connsiteX2" fmla="*/ 1726185 w 1860285"/>
                <a:gd name="connsiteY2" fmla="*/ 2662444 h 2667148"/>
                <a:gd name="connsiteX3" fmla="*/ 0 w 1860285"/>
                <a:gd name="connsiteY3" fmla="*/ 1333574 h 2667148"/>
                <a:gd name="connsiteX4" fmla="*/ 1726185 w 1860285"/>
                <a:gd name="connsiteY4" fmla="*/ 4705 h 266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285" h="2667148">
                  <a:moveTo>
                    <a:pt x="1860285" y="0"/>
                  </a:moveTo>
                  <a:lnTo>
                    <a:pt x="1860285" y="2667148"/>
                  </a:lnTo>
                  <a:lnTo>
                    <a:pt x="1726185" y="2662444"/>
                  </a:lnTo>
                  <a:cubicBezTo>
                    <a:pt x="756613" y="2594039"/>
                    <a:pt x="0" y="2025189"/>
                    <a:pt x="0" y="1333574"/>
                  </a:cubicBezTo>
                  <a:cubicBezTo>
                    <a:pt x="0" y="641959"/>
                    <a:pt x="756613" y="73109"/>
                    <a:pt x="1726185" y="4705"/>
                  </a:cubicBezTo>
                  <a:close/>
                </a:path>
              </a:pathLst>
            </a:custGeom>
            <a:solidFill>
              <a:srgbClr val="579E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44A43F27-89AF-C813-8E12-081F1CAFCBEE}"/>
              </a:ext>
            </a:extLst>
          </p:cNvPr>
          <p:cNvGrpSpPr/>
          <p:nvPr/>
        </p:nvGrpSpPr>
        <p:grpSpPr>
          <a:xfrm>
            <a:off x="7040924" y="3181146"/>
            <a:ext cx="3605914" cy="2452737"/>
            <a:chOff x="4230799" y="1368753"/>
            <a:chExt cx="3720569" cy="2667148"/>
          </a:xfrm>
        </p:grpSpPr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80BE77AB-01AF-B7FB-AB69-C49A2B2A2327}"/>
                </a:ext>
              </a:extLst>
            </p:cNvPr>
            <p:cNvSpPr/>
            <p:nvPr/>
          </p:nvSpPr>
          <p:spPr>
            <a:xfrm>
              <a:off x="4230799" y="1368753"/>
              <a:ext cx="1860285" cy="2667148"/>
            </a:xfrm>
            <a:custGeom>
              <a:avLst/>
              <a:gdLst>
                <a:gd name="connsiteX0" fmla="*/ 1860285 w 1860285"/>
                <a:gd name="connsiteY0" fmla="*/ 0 h 2667148"/>
                <a:gd name="connsiteX1" fmla="*/ 1860285 w 1860285"/>
                <a:gd name="connsiteY1" fmla="*/ 2667148 h 2667148"/>
                <a:gd name="connsiteX2" fmla="*/ 1726185 w 1860285"/>
                <a:gd name="connsiteY2" fmla="*/ 2662444 h 2667148"/>
                <a:gd name="connsiteX3" fmla="*/ 0 w 1860285"/>
                <a:gd name="connsiteY3" fmla="*/ 1333574 h 2667148"/>
                <a:gd name="connsiteX4" fmla="*/ 1726185 w 1860285"/>
                <a:gd name="connsiteY4" fmla="*/ 4705 h 266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285" h="2667148">
                  <a:moveTo>
                    <a:pt x="1860285" y="0"/>
                  </a:moveTo>
                  <a:lnTo>
                    <a:pt x="1860285" y="2667148"/>
                  </a:lnTo>
                  <a:lnTo>
                    <a:pt x="1726185" y="2662444"/>
                  </a:lnTo>
                  <a:cubicBezTo>
                    <a:pt x="756613" y="2594039"/>
                    <a:pt x="0" y="2025189"/>
                    <a:pt x="0" y="1333574"/>
                  </a:cubicBezTo>
                  <a:cubicBezTo>
                    <a:pt x="0" y="641959"/>
                    <a:pt x="756613" y="73109"/>
                    <a:pt x="1726185" y="4705"/>
                  </a:cubicBezTo>
                  <a:close/>
                </a:path>
              </a:pathLst>
            </a:custGeom>
            <a:solidFill>
              <a:srgbClr val="92AC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7A060E5-8599-7A1F-B7F2-0B6710C03188}"/>
                </a:ext>
              </a:extLst>
            </p:cNvPr>
            <p:cNvSpPr/>
            <p:nvPr/>
          </p:nvSpPr>
          <p:spPr>
            <a:xfrm flipH="1">
              <a:off x="6091083" y="1368753"/>
              <a:ext cx="1860285" cy="2667148"/>
            </a:xfrm>
            <a:custGeom>
              <a:avLst/>
              <a:gdLst>
                <a:gd name="connsiteX0" fmla="*/ 1860285 w 1860285"/>
                <a:gd name="connsiteY0" fmla="*/ 0 h 2667148"/>
                <a:gd name="connsiteX1" fmla="*/ 1860285 w 1860285"/>
                <a:gd name="connsiteY1" fmla="*/ 2667148 h 2667148"/>
                <a:gd name="connsiteX2" fmla="*/ 1726185 w 1860285"/>
                <a:gd name="connsiteY2" fmla="*/ 2662444 h 2667148"/>
                <a:gd name="connsiteX3" fmla="*/ 0 w 1860285"/>
                <a:gd name="connsiteY3" fmla="*/ 1333574 h 2667148"/>
                <a:gd name="connsiteX4" fmla="*/ 1726185 w 1860285"/>
                <a:gd name="connsiteY4" fmla="*/ 4705 h 266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0285" h="2667148">
                  <a:moveTo>
                    <a:pt x="1860285" y="0"/>
                  </a:moveTo>
                  <a:lnTo>
                    <a:pt x="1860285" y="2667148"/>
                  </a:lnTo>
                  <a:lnTo>
                    <a:pt x="1726185" y="2662444"/>
                  </a:lnTo>
                  <a:cubicBezTo>
                    <a:pt x="756613" y="2594039"/>
                    <a:pt x="0" y="2025189"/>
                    <a:pt x="0" y="1333574"/>
                  </a:cubicBezTo>
                  <a:cubicBezTo>
                    <a:pt x="0" y="641959"/>
                    <a:pt x="756613" y="73109"/>
                    <a:pt x="1726185" y="4705"/>
                  </a:cubicBezTo>
                  <a:close/>
                </a:path>
              </a:pathLst>
            </a:custGeom>
            <a:solidFill>
              <a:srgbClr val="579E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E4EE5F32-A297-2451-97D3-232E9D4A40C5}"/>
              </a:ext>
            </a:extLst>
          </p:cNvPr>
          <p:cNvGrpSpPr/>
          <p:nvPr/>
        </p:nvGrpSpPr>
        <p:grpSpPr>
          <a:xfrm>
            <a:off x="5580228" y="3371189"/>
            <a:ext cx="1202346" cy="1173738"/>
            <a:chOff x="5815154" y="801487"/>
            <a:chExt cx="1163496" cy="1135812"/>
          </a:xfrm>
        </p:grpSpPr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21972D76-D992-100D-8573-A52EC5AC8033}"/>
                </a:ext>
              </a:extLst>
            </p:cNvPr>
            <p:cNvSpPr/>
            <p:nvPr/>
          </p:nvSpPr>
          <p:spPr>
            <a:xfrm rot="18900000">
              <a:off x="5815154" y="887046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2377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B8B2FFE0-F948-A736-6FD4-BAFB3568DF09}"/>
                </a:ext>
              </a:extLst>
            </p:cNvPr>
            <p:cNvSpPr/>
            <p:nvPr/>
          </p:nvSpPr>
          <p:spPr>
            <a:xfrm rot="2700000" flipH="1">
              <a:off x="5922888" y="881537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BC5FF83A-C75F-28C5-E9BC-6908084A4C43}"/>
              </a:ext>
            </a:extLst>
          </p:cNvPr>
          <p:cNvGrpSpPr/>
          <p:nvPr/>
        </p:nvGrpSpPr>
        <p:grpSpPr>
          <a:xfrm>
            <a:off x="2429203" y="2146231"/>
            <a:ext cx="1046818" cy="1973599"/>
            <a:chOff x="5490754" y="444137"/>
            <a:chExt cx="1046818" cy="1973599"/>
          </a:xfrm>
        </p:grpSpPr>
        <p:sp>
          <p:nvSpPr>
            <p:cNvPr id="249" name="Arrow: Pentagon 248">
              <a:extLst>
                <a:ext uri="{FF2B5EF4-FFF2-40B4-BE49-F238E27FC236}">
                  <a16:creationId xmlns:a16="http://schemas.microsoft.com/office/drawing/2014/main" id="{BD26B808-0166-394D-755F-3BB29E0FAA6C}"/>
                </a:ext>
              </a:extLst>
            </p:cNvPr>
            <p:cNvSpPr/>
            <p:nvPr/>
          </p:nvSpPr>
          <p:spPr>
            <a:xfrm rot="16200000">
              <a:off x="5130737" y="1010902"/>
              <a:ext cx="1802957" cy="1010712"/>
            </a:xfrm>
            <a:prstGeom prst="homePlat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CABE3306-2887-A708-74F0-163E2E0ACC10}"/>
                </a:ext>
              </a:extLst>
            </p:cNvPr>
            <p:cNvGrpSpPr/>
            <p:nvPr/>
          </p:nvGrpSpPr>
          <p:grpSpPr>
            <a:xfrm rot="8100000">
              <a:off x="5490754" y="444137"/>
              <a:ext cx="1045029" cy="1045030"/>
              <a:chOff x="5490754" y="444137"/>
              <a:chExt cx="1045029" cy="1045030"/>
            </a:xfrm>
            <a:solidFill>
              <a:schemeClr val="accent2"/>
            </a:solidFill>
          </p:grpSpPr>
          <p:sp>
            <p:nvSpPr>
              <p:cNvPr id="253" name="Rectangle: Top Corners Rounded 252">
                <a:extLst>
                  <a:ext uri="{FF2B5EF4-FFF2-40B4-BE49-F238E27FC236}">
                    <a16:creationId xmlns:a16="http://schemas.microsoft.com/office/drawing/2014/main" id="{F8CC67AA-AFA7-3331-DFF4-12FB195222B0}"/>
                  </a:ext>
                </a:extLst>
              </p:cNvPr>
              <p:cNvSpPr/>
              <p:nvPr/>
            </p:nvSpPr>
            <p:spPr>
              <a:xfrm>
                <a:off x="5490754" y="444137"/>
                <a:ext cx="304800" cy="10450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Rectangle: Top Corners Rounded 253">
                <a:extLst>
                  <a:ext uri="{FF2B5EF4-FFF2-40B4-BE49-F238E27FC236}">
                    <a16:creationId xmlns:a16="http://schemas.microsoft.com/office/drawing/2014/main" id="{13574E70-F28D-CE53-AC01-A9B3FDB62F58}"/>
                  </a:ext>
                </a:extLst>
              </p:cNvPr>
              <p:cNvSpPr/>
              <p:nvPr/>
            </p:nvSpPr>
            <p:spPr>
              <a:xfrm rot="5400000">
                <a:off x="5860869" y="814252"/>
                <a:ext cx="304800" cy="10450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9AF24185-9BFB-D83C-B836-A8AC3E62302D}"/>
                </a:ext>
              </a:extLst>
            </p:cNvPr>
            <p:cNvSpPr/>
            <p:nvPr/>
          </p:nvSpPr>
          <p:spPr>
            <a:xfrm>
              <a:off x="5691987" y="961630"/>
              <a:ext cx="626808" cy="6268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7FEDFB3C-75FB-F34E-433F-A81CE129C2F2}"/>
                </a:ext>
              </a:extLst>
            </p:cNvPr>
            <p:cNvSpPr/>
            <p:nvPr/>
          </p:nvSpPr>
          <p:spPr>
            <a:xfrm>
              <a:off x="5767991" y="1036332"/>
              <a:ext cx="492698" cy="4926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80431B01-0BAF-5BEF-BE17-86AFEF22D223}"/>
              </a:ext>
            </a:extLst>
          </p:cNvPr>
          <p:cNvGrpSpPr/>
          <p:nvPr/>
        </p:nvGrpSpPr>
        <p:grpSpPr>
          <a:xfrm>
            <a:off x="1787987" y="3034181"/>
            <a:ext cx="1066817" cy="1966826"/>
            <a:chOff x="5490754" y="444137"/>
            <a:chExt cx="1066817" cy="1966826"/>
          </a:xfrm>
        </p:grpSpPr>
        <p:sp>
          <p:nvSpPr>
            <p:cNvPr id="256" name="Arrow: Pentagon 255">
              <a:extLst>
                <a:ext uri="{FF2B5EF4-FFF2-40B4-BE49-F238E27FC236}">
                  <a16:creationId xmlns:a16="http://schemas.microsoft.com/office/drawing/2014/main" id="{B4EC8DFB-33F0-FF4A-AA77-11AFDFFD400A}"/>
                </a:ext>
              </a:extLst>
            </p:cNvPr>
            <p:cNvSpPr/>
            <p:nvPr/>
          </p:nvSpPr>
          <p:spPr>
            <a:xfrm rot="16200000">
              <a:off x="5150736" y="1004129"/>
              <a:ext cx="1802957" cy="1010712"/>
            </a:xfrm>
            <a:prstGeom prst="homePlat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E102AD4C-3200-851C-454D-1A74EBD1E6DA}"/>
                </a:ext>
              </a:extLst>
            </p:cNvPr>
            <p:cNvGrpSpPr/>
            <p:nvPr/>
          </p:nvGrpSpPr>
          <p:grpSpPr>
            <a:xfrm rot="8100000">
              <a:off x="5490754" y="444137"/>
              <a:ext cx="1045029" cy="1045030"/>
              <a:chOff x="5490754" y="444137"/>
              <a:chExt cx="1045029" cy="1045030"/>
            </a:xfrm>
            <a:solidFill>
              <a:schemeClr val="accent2"/>
            </a:solidFill>
          </p:grpSpPr>
          <p:sp>
            <p:nvSpPr>
              <p:cNvPr id="258" name="Rectangle: Top Corners Rounded 257">
                <a:extLst>
                  <a:ext uri="{FF2B5EF4-FFF2-40B4-BE49-F238E27FC236}">
                    <a16:creationId xmlns:a16="http://schemas.microsoft.com/office/drawing/2014/main" id="{D3915EC0-9C99-7C9A-B5A3-B5FC64D53F2D}"/>
                  </a:ext>
                </a:extLst>
              </p:cNvPr>
              <p:cNvSpPr/>
              <p:nvPr/>
            </p:nvSpPr>
            <p:spPr>
              <a:xfrm>
                <a:off x="5490754" y="444137"/>
                <a:ext cx="304800" cy="10450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Rectangle: Top Corners Rounded 258">
                <a:extLst>
                  <a:ext uri="{FF2B5EF4-FFF2-40B4-BE49-F238E27FC236}">
                    <a16:creationId xmlns:a16="http://schemas.microsoft.com/office/drawing/2014/main" id="{C87AB2DE-A65A-751C-0409-08F813EE6E8E}"/>
                  </a:ext>
                </a:extLst>
              </p:cNvPr>
              <p:cNvSpPr/>
              <p:nvPr/>
            </p:nvSpPr>
            <p:spPr>
              <a:xfrm rot="5400000">
                <a:off x="5860869" y="814252"/>
                <a:ext cx="304800" cy="10450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E87A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63C4101D-12B5-65DE-F0FE-3A07E31CFCCB}"/>
              </a:ext>
            </a:extLst>
          </p:cNvPr>
          <p:cNvGrpSpPr/>
          <p:nvPr/>
        </p:nvGrpSpPr>
        <p:grpSpPr>
          <a:xfrm>
            <a:off x="2639992" y="3403048"/>
            <a:ext cx="988298" cy="964783"/>
            <a:chOff x="5815154" y="801487"/>
            <a:chExt cx="1163496" cy="1135812"/>
          </a:xfrm>
        </p:grpSpPr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48C42C5E-1A95-8DBD-BDB6-1AE8E97944CE}"/>
                </a:ext>
              </a:extLst>
            </p:cNvPr>
            <p:cNvSpPr/>
            <p:nvPr/>
          </p:nvSpPr>
          <p:spPr>
            <a:xfrm rot="18900000">
              <a:off x="5815154" y="887046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2377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EAACED6-685E-DF5B-120B-29DC4DABEAF8}"/>
                </a:ext>
              </a:extLst>
            </p:cNvPr>
            <p:cNvSpPr/>
            <p:nvPr/>
          </p:nvSpPr>
          <p:spPr>
            <a:xfrm rot="2700000" flipH="1">
              <a:off x="5922888" y="881537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C2E826AC-1094-A3E2-F8FA-AEB633B3F8FA}"/>
              </a:ext>
            </a:extLst>
          </p:cNvPr>
          <p:cNvGrpSpPr/>
          <p:nvPr/>
        </p:nvGrpSpPr>
        <p:grpSpPr>
          <a:xfrm>
            <a:off x="2494501" y="3592532"/>
            <a:ext cx="988298" cy="964783"/>
            <a:chOff x="5815154" y="801487"/>
            <a:chExt cx="1163496" cy="1135812"/>
          </a:xfrm>
        </p:grpSpPr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6994E98-2133-5AE1-713F-09B7C50537C1}"/>
                </a:ext>
              </a:extLst>
            </p:cNvPr>
            <p:cNvSpPr/>
            <p:nvPr/>
          </p:nvSpPr>
          <p:spPr>
            <a:xfrm rot="18900000">
              <a:off x="5815154" y="887046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2377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8FAD667B-EEED-2A08-6E4D-CA34218503C1}"/>
                </a:ext>
              </a:extLst>
            </p:cNvPr>
            <p:cNvSpPr/>
            <p:nvPr/>
          </p:nvSpPr>
          <p:spPr>
            <a:xfrm rot="2700000" flipH="1">
              <a:off x="5922888" y="881537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84383BE3-6D6E-4031-13E3-BAA97A800F26}"/>
              </a:ext>
            </a:extLst>
          </p:cNvPr>
          <p:cNvGrpSpPr/>
          <p:nvPr/>
        </p:nvGrpSpPr>
        <p:grpSpPr>
          <a:xfrm>
            <a:off x="5879874" y="3612817"/>
            <a:ext cx="1113891" cy="1087388"/>
            <a:chOff x="5815154" y="801487"/>
            <a:chExt cx="1163496" cy="1135812"/>
          </a:xfrm>
        </p:grpSpPr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99498B63-26A0-B770-7B48-9CC21828C8CB}"/>
                </a:ext>
              </a:extLst>
            </p:cNvPr>
            <p:cNvSpPr/>
            <p:nvPr/>
          </p:nvSpPr>
          <p:spPr>
            <a:xfrm rot="18900000">
              <a:off x="5815154" y="887046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2377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38E7914-CF41-F064-6464-5866AA5F159C}"/>
                </a:ext>
              </a:extLst>
            </p:cNvPr>
            <p:cNvSpPr/>
            <p:nvPr/>
          </p:nvSpPr>
          <p:spPr>
            <a:xfrm rot="2700000" flipH="1">
              <a:off x="5922888" y="881537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8483385E-652C-7731-BE6A-AA76F4355A4E}"/>
              </a:ext>
            </a:extLst>
          </p:cNvPr>
          <p:cNvSpPr/>
          <p:nvPr/>
        </p:nvSpPr>
        <p:spPr>
          <a:xfrm>
            <a:off x="1217971" y="5125065"/>
            <a:ext cx="9756058" cy="54569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67284C29-95B3-27A0-36C8-296AA5EAB9AF}"/>
              </a:ext>
            </a:extLst>
          </p:cNvPr>
          <p:cNvSpPr/>
          <p:nvPr/>
        </p:nvSpPr>
        <p:spPr>
          <a:xfrm>
            <a:off x="7293077" y="5943600"/>
            <a:ext cx="2733368" cy="54569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9B816E5B-0A78-E6D0-B38E-1D050893FBA9}"/>
              </a:ext>
            </a:extLst>
          </p:cNvPr>
          <p:cNvSpPr/>
          <p:nvPr/>
        </p:nvSpPr>
        <p:spPr>
          <a:xfrm>
            <a:off x="6378676" y="5903041"/>
            <a:ext cx="626808" cy="62680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Rectangle: Rounded Corners 271">
            <a:extLst>
              <a:ext uri="{FF2B5EF4-FFF2-40B4-BE49-F238E27FC236}">
                <a16:creationId xmlns:a16="http://schemas.microsoft.com/office/drawing/2014/main" id="{D8AD480E-19FD-C9B7-87D1-3191B9729B00}"/>
              </a:ext>
            </a:extLst>
          </p:cNvPr>
          <p:cNvSpPr/>
          <p:nvPr/>
        </p:nvSpPr>
        <p:spPr>
          <a:xfrm>
            <a:off x="4939946" y="4815465"/>
            <a:ext cx="1863625" cy="1013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735B8B41-D1B1-D11B-091A-400D085B9F76}"/>
              </a:ext>
            </a:extLst>
          </p:cNvPr>
          <p:cNvSpPr/>
          <p:nvPr/>
        </p:nvSpPr>
        <p:spPr>
          <a:xfrm>
            <a:off x="6850976" y="4811661"/>
            <a:ext cx="112839" cy="11283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292ADB52-74D3-C6CC-1A6F-997A08CA83D7}"/>
              </a:ext>
            </a:extLst>
          </p:cNvPr>
          <p:cNvSpPr/>
          <p:nvPr/>
        </p:nvSpPr>
        <p:spPr>
          <a:xfrm>
            <a:off x="7023432" y="4811661"/>
            <a:ext cx="112839" cy="11283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3FF3C669-B1E5-AD85-0198-4096CD0405E4}"/>
              </a:ext>
            </a:extLst>
          </p:cNvPr>
          <p:cNvSpPr/>
          <p:nvPr/>
        </p:nvSpPr>
        <p:spPr>
          <a:xfrm>
            <a:off x="6091083" y="6069956"/>
            <a:ext cx="626808" cy="6268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84C2F562-4ACC-9D99-379B-53F68B73047C}"/>
              </a:ext>
            </a:extLst>
          </p:cNvPr>
          <p:cNvSpPr/>
          <p:nvPr/>
        </p:nvSpPr>
        <p:spPr>
          <a:xfrm>
            <a:off x="3846808" y="3701843"/>
            <a:ext cx="626808" cy="626808"/>
          </a:xfrm>
          <a:prstGeom prst="ellipse">
            <a:avLst/>
          </a:prstGeom>
          <a:solidFill>
            <a:srgbClr val="237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5079EE72-F228-E589-4789-1097AE8EACB4}"/>
              </a:ext>
            </a:extLst>
          </p:cNvPr>
          <p:cNvGrpSpPr/>
          <p:nvPr/>
        </p:nvGrpSpPr>
        <p:grpSpPr>
          <a:xfrm>
            <a:off x="8455149" y="3638476"/>
            <a:ext cx="1113891" cy="1087388"/>
            <a:chOff x="5815154" y="801487"/>
            <a:chExt cx="1163496" cy="1135812"/>
          </a:xfrm>
        </p:grpSpPr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3528773-501F-CA5D-2D72-D85EB6333586}"/>
                </a:ext>
              </a:extLst>
            </p:cNvPr>
            <p:cNvSpPr/>
            <p:nvPr/>
          </p:nvSpPr>
          <p:spPr>
            <a:xfrm rot="18900000">
              <a:off x="5815154" y="887046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2377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52183F07-4E0D-C0B0-06E3-D70B2FCDA987}"/>
                </a:ext>
              </a:extLst>
            </p:cNvPr>
            <p:cNvSpPr/>
            <p:nvPr/>
          </p:nvSpPr>
          <p:spPr>
            <a:xfrm rot="2700000" flipH="1">
              <a:off x="5922888" y="881537"/>
              <a:ext cx="1135812" cy="975712"/>
            </a:xfrm>
            <a:custGeom>
              <a:avLst/>
              <a:gdLst>
                <a:gd name="connsiteX0" fmla="*/ 1135812 w 1135812"/>
                <a:gd name="connsiteY0" fmla="*/ 0 h 975712"/>
                <a:gd name="connsiteX1" fmla="*/ 1135812 w 1135812"/>
                <a:gd name="connsiteY1" fmla="*/ 13793 h 975712"/>
                <a:gd name="connsiteX2" fmla="*/ 173893 w 1135812"/>
                <a:gd name="connsiteY2" fmla="*/ 975712 h 975712"/>
                <a:gd name="connsiteX3" fmla="*/ 166336 w 1135812"/>
                <a:gd name="connsiteY3" fmla="*/ 969476 h 975712"/>
                <a:gd name="connsiteX4" fmla="*/ 0 w 1135812"/>
                <a:gd name="connsiteY4" fmla="*/ 567906 h 975712"/>
                <a:gd name="connsiteX5" fmla="*/ 567906 w 1135812"/>
                <a:gd name="connsiteY5" fmla="*/ 0 h 97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5812" h="975712">
                  <a:moveTo>
                    <a:pt x="1135812" y="0"/>
                  </a:moveTo>
                  <a:lnTo>
                    <a:pt x="1135812" y="13793"/>
                  </a:lnTo>
                  <a:lnTo>
                    <a:pt x="173893" y="975712"/>
                  </a:lnTo>
                  <a:lnTo>
                    <a:pt x="166336" y="969476"/>
                  </a:lnTo>
                  <a:cubicBezTo>
                    <a:pt x="63565" y="866706"/>
                    <a:pt x="0" y="724729"/>
                    <a:pt x="0" y="567906"/>
                  </a:cubicBezTo>
                  <a:cubicBezTo>
                    <a:pt x="0" y="254260"/>
                    <a:pt x="254260" y="0"/>
                    <a:pt x="567906" y="0"/>
                  </a:cubicBezTo>
                  <a:close/>
                </a:path>
              </a:pathLst>
            </a:custGeom>
            <a:solidFill>
              <a:srgbClr val="1557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80" name="Oval 279">
            <a:extLst>
              <a:ext uri="{FF2B5EF4-FFF2-40B4-BE49-F238E27FC236}">
                <a16:creationId xmlns:a16="http://schemas.microsoft.com/office/drawing/2014/main" id="{83AE43AF-875C-7086-B753-7A72057BBFAD}"/>
              </a:ext>
            </a:extLst>
          </p:cNvPr>
          <p:cNvSpPr/>
          <p:nvPr/>
        </p:nvSpPr>
        <p:spPr>
          <a:xfrm>
            <a:off x="9703741" y="3717644"/>
            <a:ext cx="626808" cy="626808"/>
          </a:xfrm>
          <a:prstGeom prst="ellipse">
            <a:avLst/>
          </a:prstGeom>
          <a:solidFill>
            <a:srgbClr val="134D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0695B2CB-F0EB-4259-AED0-61FE868D759F}"/>
              </a:ext>
            </a:extLst>
          </p:cNvPr>
          <p:cNvGrpSpPr/>
          <p:nvPr/>
        </p:nvGrpSpPr>
        <p:grpSpPr>
          <a:xfrm>
            <a:off x="4733016" y="3565091"/>
            <a:ext cx="954473" cy="954473"/>
            <a:chOff x="7125436" y="821850"/>
            <a:chExt cx="954473" cy="954473"/>
          </a:xfrm>
        </p:grpSpPr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07C16602-A07C-2C3C-646C-45475208A2B9}"/>
                </a:ext>
              </a:extLst>
            </p:cNvPr>
            <p:cNvSpPr/>
            <p:nvPr/>
          </p:nvSpPr>
          <p:spPr>
            <a:xfrm>
              <a:off x="7125436" y="821850"/>
              <a:ext cx="954473" cy="954473"/>
            </a:xfrm>
            <a:prstGeom prst="ellipse">
              <a:avLst/>
            </a:prstGeom>
            <a:solidFill>
              <a:srgbClr val="134D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EF072E1A-378C-770D-D59D-37D7435C257C}"/>
                </a:ext>
              </a:extLst>
            </p:cNvPr>
            <p:cNvSpPr/>
            <p:nvPr/>
          </p:nvSpPr>
          <p:spPr>
            <a:xfrm>
              <a:off x="7267735" y="990446"/>
              <a:ext cx="626808" cy="626808"/>
            </a:xfrm>
            <a:prstGeom prst="ellipse">
              <a:avLst/>
            </a:prstGeom>
            <a:solidFill>
              <a:srgbClr val="2682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AFC230F7-9C3F-4F61-B09C-CA7CB9B51F0F}"/>
              </a:ext>
            </a:extLst>
          </p:cNvPr>
          <p:cNvGrpSpPr/>
          <p:nvPr/>
        </p:nvGrpSpPr>
        <p:grpSpPr>
          <a:xfrm>
            <a:off x="7343024" y="3720683"/>
            <a:ext cx="954473" cy="954473"/>
            <a:chOff x="7125436" y="821850"/>
            <a:chExt cx="954473" cy="954473"/>
          </a:xfrm>
        </p:grpSpPr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6A6063D3-FFC0-FE6F-87D5-46DE004B1429}"/>
                </a:ext>
              </a:extLst>
            </p:cNvPr>
            <p:cNvSpPr/>
            <p:nvPr/>
          </p:nvSpPr>
          <p:spPr>
            <a:xfrm>
              <a:off x="7125436" y="821850"/>
              <a:ext cx="954473" cy="954473"/>
            </a:xfrm>
            <a:prstGeom prst="ellipse">
              <a:avLst/>
            </a:prstGeom>
            <a:solidFill>
              <a:srgbClr val="134D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B450F07F-B85F-9E43-347A-779C5121D5E4}"/>
                </a:ext>
              </a:extLst>
            </p:cNvPr>
            <p:cNvSpPr/>
            <p:nvPr/>
          </p:nvSpPr>
          <p:spPr>
            <a:xfrm>
              <a:off x="7267735" y="990446"/>
              <a:ext cx="626808" cy="626808"/>
            </a:xfrm>
            <a:prstGeom prst="ellipse">
              <a:avLst/>
            </a:prstGeom>
            <a:solidFill>
              <a:srgbClr val="2682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7" name="Rectangle: Rounded Corners 286">
            <a:extLst>
              <a:ext uri="{FF2B5EF4-FFF2-40B4-BE49-F238E27FC236}">
                <a16:creationId xmlns:a16="http://schemas.microsoft.com/office/drawing/2014/main" id="{E2F15969-ED44-1218-4D93-7159161B986F}"/>
              </a:ext>
            </a:extLst>
          </p:cNvPr>
          <p:cNvSpPr/>
          <p:nvPr/>
        </p:nvSpPr>
        <p:spPr>
          <a:xfrm>
            <a:off x="1217971" y="4033685"/>
            <a:ext cx="9756058" cy="54569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Rectangle: Rounded Corners 287">
            <a:extLst>
              <a:ext uri="{FF2B5EF4-FFF2-40B4-BE49-F238E27FC236}">
                <a16:creationId xmlns:a16="http://schemas.microsoft.com/office/drawing/2014/main" id="{353E8977-E1FE-089D-F39C-BC634E7C0CC8}"/>
              </a:ext>
            </a:extLst>
          </p:cNvPr>
          <p:cNvSpPr/>
          <p:nvPr/>
        </p:nvSpPr>
        <p:spPr>
          <a:xfrm>
            <a:off x="4284405" y="4579375"/>
            <a:ext cx="3952569" cy="54569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: Rounded Corners 288">
            <a:extLst>
              <a:ext uri="{FF2B5EF4-FFF2-40B4-BE49-F238E27FC236}">
                <a16:creationId xmlns:a16="http://schemas.microsoft.com/office/drawing/2014/main" id="{8984C912-6558-BC89-DA35-495A912BCB07}"/>
              </a:ext>
            </a:extLst>
          </p:cNvPr>
          <p:cNvSpPr/>
          <p:nvPr/>
        </p:nvSpPr>
        <p:spPr>
          <a:xfrm>
            <a:off x="7629217" y="4579375"/>
            <a:ext cx="3952569" cy="545690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: Rounded Corners 289">
            <a:extLst>
              <a:ext uri="{FF2B5EF4-FFF2-40B4-BE49-F238E27FC236}">
                <a16:creationId xmlns:a16="http://schemas.microsoft.com/office/drawing/2014/main" id="{F384892B-4540-A259-1C93-E68707692BC3}"/>
              </a:ext>
            </a:extLst>
          </p:cNvPr>
          <p:cNvSpPr/>
          <p:nvPr/>
        </p:nvSpPr>
        <p:spPr>
          <a:xfrm>
            <a:off x="827133" y="4579375"/>
            <a:ext cx="3952569" cy="545690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29AD902D-43DD-E3BD-374C-40A1ACC3043E}"/>
              </a:ext>
            </a:extLst>
          </p:cNvPr>
          <p:cNvGrpSpPr/>
          <p:nvPr/>
        </p:nvGrpSpPr>
        <p:grpSpPr>
          <a:xfrm>
            <a:off x="9687279" y="2522722"/>
            <a:ext cx="1555553" cy="1504169"/>
            <a:chOff x="6990618" y="1224728"/>
            <a:chExt cx="1555553" cy="1504169"/>
          </a:xfrm>
        </p:grpSpPr>
        <p:sp>
          <p:nvSpPr>
            <p:cNvPr id="292" name="Block Arc 291">
              <a:extLst>
                <a:ext uri="{FF2B5EF4-FFF2-40B4-BE49-F238E27FC236}">
                  <a16:creationId xmlns:a16="http://schemas.microsoft.com/office/drawing/2014/main" id="{30D517AA-0390-5E9B-3E88-C68191561080}"/>
                </a:ext>
              </a:extLst>
            </p:cNvPr>
            <p:cNvSpPr/>
            <p:nvPr/>
          </p:nvSpPr>
          <p:spPr>
            <a:xfrm>
              <a:off x="7743729" y="1224728"/>
              <a:ext cx="566610" cy="425155"/>
            </a:xfrm>
            <a:prstGeom prst="blockArc">
              <a:avLst>
                <a:gd name="adj1" fmla="val 10800000"/>
                <a:gd name="adj2" fmla="val 20516102"/>
                <a:gd name="adj3" fmla="val 10819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4D0868E2-C83D-9461-4122-18A145B57724}"/>
                </a:ext>
              </a:extLst>
            </p:cNvPr>
            <p:cNvGrpSpPr/>
            <p:nvPr/>
          </p:nvGrpSpPr>
          <p:grpSpPr>
            <a:xfrm>
              <a:off x="6990618" y="1238494"/>
              <a:ext cx="1555553" cy="1490403"/>
              <a:chOff x="6990618" y="1238494"/>
              <a:chExt cx="1555553" cy="1490403"/>
            </a:xfrm>
          </p:grpSpPr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91BE0323-C490-B3FC-3A41-28DB6D801DAF}"/>
                  </a:ext>
                </a:extLst>
              </p:cNvPr>
              <p:cNvSpPr/>
              <p:nvPr/>
            </p:nvSpPr>
            <p:spPr>
              <a:xfrm>
                <a:off x="7743729" y="1430708"/>
                <a:ext cx="45719" cy="114601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5" name="Block Arc 294">
                <a:extLst>
                  <a:ext uri="{FF2B5EF4-FFF2-40B4-BE49-F238E27FC236}">
                    <a16:creationId xmlns:a16="http://schemas.microsoft.com/office/drawing/2014/main" id="{8E028A55-7241-A8D6-2810-FE33AE5008BA}"/>
                  </a:ext>
                </a:extLst>
              </p:cNvPr>
              <p:cNvSpPr/>
              <p:nvPr/>
            </p:nvSpPr>
            <p:spPr>
              <a:xfrm flipH="1">
                <a:off x="7222948" y="1238494"/>
                <a:ext cx="566610" cy="425155"/>
              </a:xfrm>
              <a:prstGeom prst="blockArc">
                <a:avLst>
                  <a:gd name="adj1" fmla="val 10800000"/>
                  <a:gd name="adj2" fmla="val 20516102"/>
                  <a:gd name="adj3" fmla="val 10819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6" name="Trapezoid 295">
                <a:extLst>
                  <a:ext uri="{FF2B5EF4-FFF2-40B4-BE49-F238E27FC236}">
                    <a16:creationId xmlns:a16="http://schemas.microsoft.com/office/drawing/2014/main" id="{10C74355-91B3-A452-7F85-AAC62FBC8097}"/>
                  </a:ext>
                </a:extLst>
              </p:cNvPr>
              <p:cNvSpPr/>
              <p:nvPr/>
            </p:nvSpPr>
            <p:spPr>
              <a:xfrm>
                <a:off x="7612559" y="2562683"/>
                <a:ext cx="308060" cy="166214"/>
              </a:xfrm>
              <a:prstGeom prst="trapezoid">
                <a:avLst>
                  <a:gd name="adj" fmla="val 42877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97" name="Group 296">
                <a:extLst>
                  <a:ext uri="{FF2B5EF4-FFF2-40B4-BE49-F238E27FC236}">
                    <a16:creationId xmlns:a16="http://schemas.microsoft.com/office/drawing/2014/main" id="{43F66FC7-ED26-B110-61D7-1D5593A7DBE9}"/>
                  </a:ext>
                </a:extLst>
              </p:cNvPr>
              <p:cNvGrpSpPr/>
              <p:nvPr/>
            </p:nvGrpSpPr>
            <p:grpSpPr>
              <a:xfrm>
                <a:off x="7981466" y="1348011"/>
                <a:ext cx="564705" cy="389307"/>
                <a:chOff x="8425058" y="1348011"/>
                <a:chExt cx="564705" cy="389307"/>
              </a:xfrm>
            </p:grpSpPr>
            <p:pic>
              <p:nvPicPr>
                <p:cNvPr id="302" name="Graphic 301" descr="Lightbulb outline">
                  <a:extLst>
                    <a:ext uri="{FF2B5EF4-FFF2-40B4-BE49-F238E27FC236}">
                      <a16:creationId xmlns:a16="http://schemas.microsoft.com/office/drawing/2014/main" id="{AC37B122-CF7E-C4E4-F4EF-209ED243A4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303" name="Trapezoid 302">
                  <a:extLst>
                    <a:ext uri="{FF2B5EF4-FFF2-40B4-BE49-F238E27FC236}">
                      <a16:creationId xmlns:a16="http://schemas.microsoft.com/office/drawing/2014/main" id="{2BFA46AC-440E-3F2B-5F80-805244D40486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4" name="Trapezoid 303">
                  <a:extLst>
                    <a:ext uri="{FF2B5EF4-FFF2-40B4-BE49-F238E27FC236}">
                      <a16:creationId xmlns:a16="http://schemas.microsoft.com/office/drawing/2014/main" id="{AE1EC989-ED58-45B5-96DC-B0E5ED8E7B83}"/>
                    </a:ext>
                  </a:extLst>
                </p:cNvPr>
                <p:cNvSpPr/>
                <p:nvPr/>
              </p:nvSpPr>
              <p:spPr>
                <a:xfrm>
                  <a:off x="8425058" y="1441707"/>
                  <a:ext cx="564705" cy="295611"/>
                </a:xfrm>
                <a:prstGeom prst="trapezoid">
                  <a:avLst>
                    <a:gd name="adj" fmla="val 59789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id="{63553CA5-C818-AA06-4627-A092A1CFB0CC}"/>
                  </a:ext>
                </a:extLst>
              </p:cNvPr>
              <p:cNvGrpSpPr/>
              <p:nvPr/>
            </p:nvGrpSpPr>
            <p:grpSpPr>
              <a:xfrm>
                <a:off x="6990618" y="1348011"/>
                <a:ext cx="566610" cy="388589"/>
                <a:chOff x="8421832" y="1348011"/>
                <a:chExt cx="566610" cy="388589"/>
              </a:xfrm>
            </p:grpSpPr>
            <p:pic>
              <p:nvPicPr>
                <p:cNvPr id="299" name="Graphic 298" descr="Lightbulb outline">
                  <a:extLst>
                    <a:ext uri="{FF2B5EF4-FFF2-40B4-BE49-F238E27FC236}">
                      <a16:creationId xmlns:a16="http://schemas.microsoft.com/office/drawing/2014/main" id="{0736D57E-2192-0681-A5AF-50A80EEE2E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300" name="Trapezoid 299">
                  <a:extLst>
                    <a:ext uri="{FF2B5EF4-FFF2-40B4-BE49-F238E27FC236}">
                      <a16:creationId xmlns:a16="http://schemas.microsoft.com/office/drawing/2014/main" id="{E3395E7F-6B29-EF00-22E4-768505ACB170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1" name="Trapezoid 300">
                  <a:extLst>
                    <a:ext uri="{FF2B5EF4-FFF2-40B4-BE49-F238E27FC236}">
                      <a16:creationId xmlns:a16="http://schemas.microsoft.com/office/drawing/2014/main" id="{47063C9C-E0AC-8CFB-B631-6E4E62368155}"/>
                    </a:ext>
                  </a:extLst>
                </p:cNvPr>
                <p:cNvSpPr/>
                <p:nvPr/>
              </p:nvSpPr>
              <p:spPr>
                <a:xfrm>
                  <a:off x="8421832" y="1443718"/>
                  <a:ext cx="566610" cy="292882"/>
                </a:xfrm>
                <a:prstGeom prst="trapezoid">
                  <a:avLst>
                    <a:gd name="adj" fmla="val 59789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5CA6E0F2-DEAC-5993-C1FE-8D0E72F190A2}"/>
              </a:ext>
            </a:extLst>
          </p:cNvPr>
          <p:cNvGrpSpPr/>
          <p:nvPr/>
        </p:nvGrpSpPr>
        <p:grpSpPr>
          <a:xfrm>
            <a:off x="7803607" y="2520821"/>
            <a:ext cx="1555553" cy="1504169"/>
            <a:chOff x="6990618" y="1224728"/>
            <a:chExt cx="1555553" cy="1504169"/>
          </a:xfrm>
        </p:grpSpPr>
        <p:sp>
          <p:nvSpPr>
            <p:cNvPr id="306" name="Block Arc 305">
              <a:extLst>
                <a:ext uri="{FF2B5EF4-FFF2-40B4-BE49-F238E27FC236}">
                  <a16:creationId xmlns:a16="http://schemas.microsoft.com/office/drawing/2014/main" id="{7313C972-3343-8237-D245-4A2B57469105}"/>
                </a:ext>
              </a:extLst>
            </p:cNvPr>
            <p:cNvSpPr/>
            <p:nvPr/>
          </p:nvSpPr>
          <p:spPr>
            <a:xfrm>
              <a:off x="7743729" y="1224728"/>
              <a:ext cx="566610" cy="425155"/>
            </a:xfrm>
            <a:prstGeom prst="blockArc">
              <a:avLst>
                <a:gd name="adj1" fmla="val 10800000"/>
                <a:gd name="adj2" fmla="val 20516102"/>
                <a:gd name="adj3" fmla="val 10819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027718B0-9322-96D9-309C-C99AA7D71438}"/>
                </a:ext>
              </a:extLst>
            </p:cNvPr>
            <p:cNvGrpSpPr/>
            <p:nvPr/>
          </p:nvGrpSpPr>
          <p:grpSpPr>
            <a:xfrm>
              <a:off x="6990618" y="1238494"/>
              <a:ext cx="1555553" cy="1490403"/>
              <a:chOff x="6990618" y="1238494"/>
              <a:chExt cx="1555553" cy="1490403"/>
            </a:xfrm>
          </p:grpSpPr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A22A4612-FF7E-0834-C8EC-2CC4E508D8D7}"/>
                  </a:ext>
                </a:extLst>
              </p:cNvPr>
              <p:cNvSpPr/>
              <p:nvPr/>
            </p:nvSpPr>
            <p:spPr>
              <a:xfrm>
                <a:off x="7743729" y="1430708"/>
                <a:ext cx="45719" cy="114601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9" name="Block Arc 308">
                <a:extLst>
                  <a:ext uri="{FF2B5EF4-FFF2-40B4-BE49-F238E27FC236}">
                    <a16:creationId xmlns:a16="http://schemas.microsoft.com/office/drawing/2014/main" id="{59926591-2B58-AB31-E0F4-20BCFAC38661}"/>
                  </a:ext>
                </a:extLst>
              </p:cNvPr>
              <p:cNvSpPr/>
              <p:nvPr/>
            </p:nvSpPr>
            <p:spPr>
              <a:xfrm flipH="1">
                <a:off x="7222948" y="1238494"/>
                <a:ext cx="566610" cy="425155"/>
              </a:xfrm>
              <a:prstGeom prst="blockArc">
                <a:avLst>
                  <a:gd name="adj1" fmla="val 10800000"/>
                  <a:gd name="adj2" fmla="val 20516102"/>
                  <a:gd name="adj3" fmla="val 10819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0" name="Trapezoid 309">
                <a:extLst>
                  <a:ext uri="{FF2B5EF4-FFF2-40B4-BE49-F238E27FC236}">
                    <a16:creationId xmlns:a16="http://schemas.microsoft.com/office/drawing/2014/main" id="{7BFF2EE1-E277-4E8D-4F52-166831F42486}"/>
                  </a:ext>
                </a:extLst>
              </p:cNvPr>
              <p:cNvSpPr/>
              <p:nvPr/>
            </p:nvSpPr>
            <p:spPr>
              <a:xfrm>
                <a:off x="7612559" y="2562683"/>
                <a:ext cx="308060" cy="166214"/>
              </a:xfrm>
              <a:prstGeom prst="trapezoid">
                <a:avLst>
                  <a:gd name="adj" fmla="val 42877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11" name="Group 310">
                <a:extLst>
                  <a:ext uri="{FF2B5EF4-FFF2-40B4-BE49-F238E27FC236}">
                    <a16:creationId xmlns:a16="http://schemas.microsoft.com/office/drawing/2014/main" id="{2AEBF5F8-5516-094A-EF37-F810DCDFBAD5}"/>
                  </a:ext>
                </a:extLst>
              </p:cNvPr>
              <p:cNvGrpSpPr/>
              <p:nvPr/>
            </p:nvGrpSpPr>
            <p:grpSpPr>
              <a:xfrm>
                <a:off x="7981466" y="1348011"/>
                <a:ext cx="564705" cy="389307"/>
                <a:chOff x="8425058" y="1348011"/>
                <a:chExt cx="564705" cy="389307"/>
              </a:xfrm>
            </p:grpSpPr>
            <p:pic>
              <p:nvPicPr>
                <p:cNvPr id="316" name="Graphic 315" descr="Lightbulb outline">
                  <a:extLst>
                    <a:ext uri="{FF2B5EF4-FFF2-40B4-BE49-F238E27FC236}">
                      <a16:creationId xmlns:a16="http://schemas.microsoft.com/office/drawing/2014/main" id="{DCC6C14C-42FC-AB89-9B6D-5730D29895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317" name="Trapezoid 316">
                  <a:extLst>
                    <a:ext uri="{FF2B5EF4-FFF2-40B4-BE49-F238E27FC236}">
                      <a16:creationId xmlns:a16="http://schemas.microsoft.com/office/drawing/2014/main" id="{0A74F768-99AF-899B-3227-58C758A3F638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8" name="Trapezoid 317">
                  <a:extLst>
                    <a:ext uri="{FF2B5EF4-FFF2-40B4-BE49-F238E27FC236}">
                      <a16:creationId xmlns:a16="http://schemas.microsoft.com/office/drawing/2014/main" id="{4C26555D-E64B-ABA9-BECB-E6EF345E35B9}"/>
                    </a:ext>
                  </a:extLst>
                </p:cNvPr>
                <p:cNvSpPr/>
                <p:nvPr/>
              </p:nvSpPr>
              <p:spPr>
                <a:xfrm>
                  <a:off x="8425058" y="1441707"/>
                  <a:ext cx="564705" cy="295611"/>
                </a:xfrm>
                <a:prstGeom prst="trapezoid">
                  <a:avLst>
                    <a:gd name="adj" fmla="val 59789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12" name="Group 311">
                <a:extLst>
                  <a:ext uri="{FF2B5EF4-FFF2-40B4-BE49-F238E27FC236}">
                    <a16:creationId xmlns:a16="http://schemas.microsoft.com/office/drawing/2014/main" id="{D961DD74-D655-5699-5C67-844744BA2490}"/>
                  </a:ext>
                </a:extLst>
              </p:cNvPr>
              <p:cNvGrpSpPr/>
              <p:nvPr/>
            </p:nvGrpSpPr>
            <p:grpSpPr>
              <a:xfrm>
                <a:off x="6990618" y="1348011"/>
                <a:ext cx="566610" cy="388589"/>
                <a:chOff x="8421832" y="1348011"/>
                <a:chExt cx="566610" cy="388589"/>
              </a:xfrm>
            </p:grpSpPr>
            <p:pic>
              <p:nvPicPr>
                <p:cNvPr id="313" name="Graphic 312" descr="Lightbulb outline">
                  <a:extLst>
                    <a:ext uri="{FF2B5EF4-FFF2-40B4-BE49-F238E27FC236}">
                      <a16:creationId xmlns:a16="http://schemas.microsoft.com/office/drawing/2014/main" id="{16964411-9ACC-4CB7-D269-352F82CC48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314" name="Trapezoid 313">
                  <a:extLst>
                    <a:ext uri="{FF2B5EF4-FFF2-40B4-BE49-F238E27FC236}">
                      <a16:creationId xmlns:a16="http://schemas.microsoft.com/office/drawing/2014/main" id="{807DF69C-8289-694D-F931-B80D3064C2C6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5" name="Trapezoid 314">
                  <a:extLst>
                    <a:ext uri="{FF2B5EF4-FFF2-40B4-BE49-F238E27FC236}">
                      <a16:creationId xmlns:a16="http://schemas.microsoft.com/office/drawing/2014/main" id="{696CF4BB-039A-201C-7320-091A0683AE84}"/>
                    </a:ext>
                  </a:extLst>
                </p:cNvPr>
                <p:cNvSpPr/>
                <p:nvPr/>
              </p:nvSpPr>
              <p:spPr>
                <a:xfrm>
                  <a:off x="8421832" y="1443718"/>
                  <a:ext cx="566610" cy="292882"/>
                </a:xfrm>
                <a:prstGeom prst="trapezoid">
                  <a:avLst>
                    <a:gd name="adj" fmla="val 59789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79942FF8-96FE-0E66-50BD-DB17BB2AE655}"/>
              </a:ext>
            </a:extLst>
          </p:cNvPr>
          <p:cNvGrpSpPr/>
          <p:nvPr/>
        </p:nvGrpSpPr>
        <p:grpSpPr>
          <a:xfrm>
            <a:off x="5895939" y="2520821"/>
            <a:ext cx="1555553" cy="1504169"/>
            <a:chOff x="6990618" y="1224728"/>
            <a:chExt cx="1555553" cy="1504169"/>
          </a:xfrm>
        </p:grpSpPr>
        <p:sp>
          <p:nvSpPr>
            <p:cNvPr id="320" name="Block Arc 319">
              <a:extLst>
                <a:ext uri="{FF2B5EF4-FFF2-40B4-BE49-F238E27FC236}">
                  <a16:creationId xmlns:a16="http://schemas.microsoft.com/office/drawing/2014/main" id="{FA79A9AF-011A-5796-B663-6D8D46457EBE}"/>
                </a:ext>
              </a:extLst>
            </p:cNvPr>
            <p:cNvSpPr/>
            <p:nvPr/>
          </p:nvSpPr>
          <p:spPr>
            <a:xfrm>
              <a:off x="7743729" y="1224728"/>
              <a:ext cx="566610" cy="425155"/>
            </a:xfrm>
            <a:prstGeom prst="blockArc">
              <a:avLst>
                <a:gd name="adj1" fmla="val 10800000"/>
                <a:gd name="adj2" fmla="val 20516102"/>
                <a:gd name="adj3" fmla="val 10819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53C65465-5043-CAD2-6AF8-8F330F08D6F1}"/>
                </a:ext>
              </a:extLst>
            </p:cNvPr>
            <p:cNvGrpSpPr/>
            <p:nvPr/>
          </p:nvGrpSpPr>
          <p:grpSpPr>
            <a:xfrm>
              <a:off x="6990618" y="1238494"/>
              <a:ext cx="1555553" cy="1490403"/>
              <a:chOff x="6990618" y="1238494"/>
              <a:chExt cx="1555553" cy="1490403"/>
            </a:xfrm>
          </p:grpSpPr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76DD69C0-2232-D5F1-E28B-072D4F99127C}"/>
                  </a:ext>
                </a:extLst>
              </p:cNvPr>
              <p:cNvSpPr/>
              <p:nvPr/>
            </p:nvSpPr>
            <p:spPr>
              <a:xfrm>
                <a:off x="7743729" y="1430708"/>
                <a:ext cx="45719" cy="114601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sp>
            <p:nvSpPr>
              <p:cNvPr id="323" name="Block Arc 322">
                <a:extLst>
                  <a:ext uri="{FF2B5EF4-FFF2-40B4-BE49-F238E27FC236}">
                    <a16:creationId xmlns:a16="http://schemas.microsoft.com/office/drawing/2014/main" id="{7F81B820-25B3-22D2-25D5-F60C005816B3}"/>
                  </a:ext>
                </a:extLst>
              </p:cNvPr>
              <p:cNvSpPr/>
              <p:nvPr/>
            </p:nvSpPr>
            <p:spPr>
              <a:xfrm flipH="1">
                <a:off x="7222948" y="1238494"/>
                <a:ext cx="566610" cy="425155"/>
              </a:xfrm>
              <a:prstGeom prst="blockArc">
                <a:avLst>
                  <a:gd name="adj1" fmla="val 10800000"/>
                  <a:gd name="adj2" fmla="val 20516102"/>
                  <a:gd name="adj3" fmla="val 10819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4" name="Trapezoid 323">
                <a:extLst>
                  <a:ext uri="{FF2B5EF4-FFF2-40B4-BE49-F238E27FC236}">
                    <a16:creationId xmlns:a16="http://schemas.microsoft.com/office/drawing/2014/main" id="{AE54C416-6407-C9E7-11BC-6A514743BCDB}"/>
                  </a:ext>
                </a:extLst>
              </p:cNvPr>
              <p:cNvSpPr/>
              <p:nvPr/>
            </p:nvSpPr>
            <p:spPr>
              <a:xfrm>
                <a:off x="7612559" y="2562683"/>
                <a:ext cx="308060" cy="166214"/>
              </a:xfrm>
              <a:prstGeom prst="trapezoid">
                <a:avLst>
                  <a:gd name="adj" fmla="val 42877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grpSp>
            <p:nvGrpSpPr>
              <p:cNvPr id="325" name="Group 324">
                <a:extLst>
                  <a:ext uri="{FF2B5EF4-FFF2-40B4-BE49-F238E27FC236}">
                    <a16:creationId xmlns:a16="http://schemas.microsoft.com/office/drawing/2014/main" id="{E1142127-3CA5-D56F-5956-EA54DD8BAB18}"/>
                  </a:ext>
                </a:extLst>
              </p:cNvPr>
              <p:cNvGrpSpPr/>
              <p:nvPr/>
            </p:nvGrpSpPr>
            <p:grpSpPr>
              <a:xfrm>
                <a:off x="7981466" y="1348011"/>
                <a:ext cx="564705" cy="389307"/>
                <a:chOff x="8425058" y="1348011"/>
                <a:chExt cx="564705" cy="389307"/>
              </a:xfrm>
            </p:grpSpPr>
            <p:pic>
              <p:nvPicPr>
                <p:cNvPr id="330" name="Graphic 329" descr="Lightbulb outline">
                  <a:extLst>
                    <a:ext uri="{FF2B5EF4-FFF2-40B4-BE49-F238E27FC236}">
                      <a16:creationId xmlns:a16="http://schemas.microsoft.com/office/drawing/2014/main" id="{A647208C-FA96-0DE8-3C63-E5AD72361E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331" name="Trapezoid 330">
                  <a:extLst>
                    <a:ext uri="{FF2B5EF4-FFF2-40B4-BE49-F238E27FC236}">
                      <a16:creationId xmlns:a16="http://schemas.microsoft.com/office/drawing/2014/main" id="{0F619EC6-7436-AB16-5E08-7CD639CB00F5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332" name="Trapezoid 331">
                  <a:extLst>
                    <a:ext uri="{FF2B5EF4-FFF2-40B4-BE49-F238E27FC236}">
                      <a16:creationId xmlns:a16="http://schemas.microsoft.com/office/drawing/2014/main" id="{74854636-117F-8765-E150-BB5EC4B82195}"/>
                    </a:ext>
                  </a:extLst>
                </p:cNvPr>
                <p:cNvSpPr/>
                <p:nvPr/>
              </p:nvSpPr>
              <p:spPr>
                <a:xfrm>
                  <a:off x="8425058" y="1441707"/>
                  <a:ext cx="564705" cy="295611"/>
                </a:xfrm>
                <a:prstGeom prst="trapezoid">
                  <a:avLst>
                    <a:gd name="adj" fmla="val 59789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</p:grp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1327C829-8FC6-1011-A1E0-E9C56BD491A9}"/>
                  </a:ext>
                </a:extLst>
              </p:cNvPr>
              <p:cNvGrpSpPr/>
              <p:nvPr/>
            </p:nvGrpSpPr>
            <p:grpSpPr>
              <a:xfrm>
                <a:off x="6990618" y="1348011"/>
                <a:ext cx="566610" cy="388589"/>
                <a:chOff x="8421832" y="1348011"/>
                <a:chExt cx="566610" cy="388589"/>
              </a:xfrm>
            </p:grpSpPr>
            <p:pic>
              <p:nvPicPr>
                <p:cNvPr id="327" name="Graphic 326" descr="Lightbulb outline">
                  <a:extLst>
                    <a:ext uri="{FF2B5EF4-FFF2-40B4-BE49-F238E27FC236}">
                      <a16:creationId xmlns:a16="http://schemas.microsoft.com/office/drawing/2014/main" id="{D1E00EED-A3B4-75C7-7D66-8CC38F235F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328" name="Trapezoid 327">
                  <a:extLst>
                    <a:ext uri="{FF2B5EF4-FFF2-40B4-BE49-F238E27FC236}">
                      <a16:creationId xmlns:a16="http://schemas.microsoft.com/office/drawing/2014/main" id="{733B5DD9-44DF-1861-1A62-53060D33A44D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/>
                </a:p>
              </p:txBody>
            </p:sp>
            <p:sp>
              <p:nvSpPr>
                <p:cNvPr id="329" name="Trapezoid 328">
                  <a:extLst>
                    <a:ext uri="{FF2B5EF4-FFF2-40B4-BE49-F238E27FC236}">
                      <a16:creationId xmlns:a16="http://schemas.microsoft.com/office/drawing/2014/main" id="{51D218CB-6EDC-E698-630E-BEEA060C02B1}"/>
                    </a:ext>
                  </a:extLst>
                </p:cNvPr>
                <p:cNvSpPr/>
                <p:nvPr/>
              </p:nvSpPr>
              <p:spPr>
                <a:xfrm>
                  <a:off x="8421832" y="1443718"/>
                  <a:ext cx="566610" cy="292882"/>
                </a:xfrm>
                <a:prstGeom prst="trapezoid">
                  <a:avLst>
                    <a:gd name="adj" fmla="val 59789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</p:grpSp>
        </p:grpSp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BDF47D2D-EC74-7B79-F9A0-4AD67C14748A}"/>
              </a:ext>
            </a:extLst>
          </p:cNvPr>
          <p:cNvGrpSpPr/>
          <p:nvPr/>
        </p:nvGrpSpPr>
        <p:grpSpPr>
          <a:xfrm>
            <a:off x="3940713" y="2533938"/>
            <a:ext cx="1555553" cy="1504169"/>
            <a:chOff x="6990618" y="1224728"/>
            <a:chExt cx="1555553" cy="1504169"/>
          </a:xfrm>
        </p:grpSpPr>
        <p:sp>
          <p:nvSpPr>
            <p:cNvPr id="334" name="Block Arc 333">
              <a:extLst>
                <a:ext uri="{FF2B5EF4-FFF2-40B4-BE49-F238E27FC236}">
                  <a16:creationId xmlns:a16="http://schemas.microsoft.com/office/drawing/2014/main" id="{32C4EF4C-587A-1442-8A7B-8160BCA6B2E6}"/>
                </a:ext>
              </a:extLst>
            </p:cNvPr>
            <p:cNvSpPr/>
            <p:nvPr/>
          </p:nvSpPr>
          <p:spPr>
            <a:xfrm>
              <a:off x="7743729" y="1224728"/>
              <a:ext cx="566610" cy="425155"/>
            </a:xfrm>
            <a:prstGeom prst="blockArc">
              <a:avLst>
                <a:gd name="adj1" fmla="val 10800000"/>
                <a:gd name="adj2" fmla="val 20516102"/>
                <a:gd name="adj3" fmla="val 10819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335" name="Group 334">
              <a:extLst>
                <a:ext uri="{FF2B5EF4-FFF2-40B4-BE49-F238E27FC236}">
                  <a16:creationId xmlns:a16="http://schemas.microsoft.com/office/drawing/2014/main" id="{AA2C01AA-24BF-3CAE-1988-A15F2561108D}"/>
                </a:ext>
              </a:extLst>
            </p:cNvPr>
            <p:cNvGrpSpPr/>
            <p:nvPr/>
          </p:nvGrpSpPr>
          <p:grpSpPr>
            <a:xfrm>
              <a:off x="6990618" y="1238494"/>
              <a:ext cx="1555553" cy="1490403"/>
              <a:chOff x="6990618" y="1238494"/>
              <a:chExt cx="1555553" cy="1490403"/>
            </a:xfrm>
          </p:grpSpPr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3460B34A-E105-ACE7-CB16-7AD9B23265F0}"/>
                  </a:ext>
                </a:extLst>
              </p:cNvPr>
              <p:cNvSpPr/>
              <p:nvPr/>
            </p:nvSpPr>
            <p:spPr>
              <a:xfrm>
                <a:off x="7743729" y="1430708"/>
                <a:ext cx="45719" cy="114601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7" name="Block Arc 336">
                <a:extLst>
                  <a:ext uri="{FF2B5EF4-FFF2-40B4-BE49-F238E27FC236}">
                    <a16:creationId xmlns:a16="http://schemas.microsoft.com/office/drawing/2014/main" id="{C54CD824-D828-08E0-EC96-5CE44EFC5191}"/>
                  </a:ext>
                </a:extLst>
              </p:cNvPr>
              <p:cNvSpPr/>
              <p:nvPr/>
            </p:nvSpPr>
            <p:spPr>
              <a:xfrm flipH="1">
                <a:off x="7222948" y="1238494"/>
                <a:ext cx="566610" cy="425155"/>
              </a:xfrm>
              <a:prstGeom prst="blockArc">
                <a:avLst>
                  <a:gd name="adj1" fmla="val 10800000"/>
                  <a:gd name="adj2" fmla="val 20516102"/>
                  <a:gd name="adj3" fmla="val 10819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8" name="Trapezoid 337">
                <a:extLst>
                  <a:ext uri="{FF2B5EF4-FFF2-40B4-BE49-F238E27FC236}">
                    <a16:creationId xmlns:a16="http://schemas.microsoft.com/office/drawing/2014/main" id="{7BCB48C7-8CA7-097D-9947-8130D3F25ED2}"/>
                  </a:ext>
                </a:extLst>
              </p:cNvPr>
              <p:cNvSpPr/>
              <p:nvPr/>
            </p:nvSpPr>
            <p:spPr>
              <a:xfrm>
                <a:off x="7612559" y="2562683"/>
                <a:ext cx="308060" cy="166214"/>
              </a:xfrm>
              <a:prstGeom prst="trapezoid">
                <a:avLst>
                  <a:gd name="adj" fmla="val 42877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9" name="Group 338">
                <a:extLst>
                  <a:ext uri="{FF2B5EF4-FFF2-40B4-BE49-F238E27FC236}">
                    <a16:creationId xmlns:a16="http://schemas.microsoft.com/office/drawing/2014/main" id="{50111A05-4989-7129-2CFE-8F8FCACAFFDF}"/>
                  </a:ext>
                </a:extLst>
              </p:cNvPr>
              <p:cNvGrpSpPr/>
              <p:nvPr/>
            </p:nvGrpSpPr>
            <p:grpSpPr>
              <a:xfrm>
                <a:off x="7981466" y="1348011"/>
                <a:ext cx="564705" cy="389307"/>
                <a:chOff x="8425058" y="1348011"/>
                <a:chExt cx="564705" cy="389307"/>
              </a:xfrm>
            </p:grpSpPr>
            <p:pic>
              <p:nvPicPr>
                <p:cNvPr id="344" name="Graphic 343" descr="Lightbulb outline">
                  <a:extLst>
                    <a:ext uri="{FF2B5EF4-FFF2-40B4-BE49-F238E27FC236}">
                      <a16:creationId xmlns:a16="http://schemas.microsoft.com/office/drawing/2014/main" id="{3022D87A-6A92-9B9D-5952-BABA8AFCA6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345" name="Trapezoid 344">
                  <a:extLst>
                    <a:ext uri="{FF2B5EF4-FFF2-40B4-BE49-F238E27FC236}">
                      <a16:creationId xmlns:a16="http://schemas.microsoft.com/office/drawing/2014/main" id="{596DC7DD-1B7C-A765-F83E-E5954905BD44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6" name="Trapezoid 345">
                  <a:extLst>
                    <a:ext uri="{FF2B5EF4-FFF2-40B4-BE49-F238E27FC236}">
                      <a16:creationId xmlns:a16="http://schemas.microsoft.com/office/drawing/2014/main" id="{AFEC707F-BB36-D9EB-93A7-21E553A48E08}"/>
                    </a:ext>
                  </a:extLst>
                </p:cNvPr>
                <p:cNvSpPr/>
                <p:nvPr/>
              </p:nvSpPr>
              <p:spPr>
                <a:xfrm>
                  <a:off x="8425058" y="1441707"/>
                  <a:ext cx="564705" cy="295611"/>
                </a:xfrm>
                <a:prstGeom prst="trapezoid">
                  <a:avLst>
                    <a:gd name="adj" fmla="val 59789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40" name="Group 339">
                <a:extLst>
                  <a:ext uri="{FF2B5EF4-FFF2-40B4-BE49-F238E27FC236}">
                    <a16:creationId xmlns:a16="http://schemas.microsoft.com/office/drawing/2014/main" id="{8065CAE7-EC24-7588-C5F7-7628684170F1}"/>
                  </a:ext>
                </a:extLst>
              </p:cNvPr>
              <p:cNvGrpSpPr/>
              <p:nvPr/>
            </p:nvGrpSpPr>
            <p:grpSpPr>
              <a:xfrm>
                <a:off x="6990618" y="1348011"/>
                <a:ext cx="566610" cy="388589"/>
                <a:chOff x="8421832" y="1348011"/>
                <a:chExt cx="566610" cy="388589"/>
              </a:xfrm>
            </p:grpSpPr>
            <p:pic>
              <p:nvPicPr>
                <p:cNvPr id="341" name="Graphic 340" descr="Lightbulb outline">
                  <a:extLst>
                    <a:ext uri="{FF2B5EF4-FFF2-40B4-BE49-F238E27FC236}">
                      <a16:creationId xmlns:a16="http://schemas.microsoft.com/office/drawing/2014/main" id="{9608B8E0-AE00-482A-3CAA-F9067292CE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342" name="Trapezoid 341">
                  <a:extLst>
                    <a:ext uri="{FF2B5EF4-FFF2-40B4-BE49-F238E27FC236}">
                      <a16:creationId xmlns:a16="http://schemas.microsoft.com/office/drawing/2014/main" id="{978C030C-3E96-62D0-1452-6672B1DFBD3D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3" name="Trapezoid 342">
                  <a:extLst>
                    <a:ext uri="{FF2B5EF4-FFF2-40B4-BE49-F238E27FC236}">
                      <a16:creationId xmlns:a16="http://schemas.microsoft.com/office/drawing/2014/main" id="{9F310F66-619B-C970-F0F4-0B472DAEBAC6}"/>
                    </a:ext>
                  </a:extLst>
                </p:cNvPr>
                <p:cNvSpPr/>
                <p:nvPr/>
              </p:nvSpPr>
              <p:spPr>
                <a:xfrm>
                  <a:off x="8421832" y="1443718"/>
                  <a:ext cx="566610" cy="292882"/>
                </a:xfrm>
                <a:prstGeom prst="trapezoid">
                  <a:avLst>
                    <a:gd name="adj" fmla="val 59789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43EE0DDF-B45F-5904-9B61-3200387616C4}"/>
              </a:ext>
            </a:extLst>
          </p:cNvPr>
          <p:cNvGrpSpPr/>
          <p:nvPr/>
        </p:nvGrpSpPr>
        <p:grpSpPr>
          <a:xfrm>
            <a:off x="1904513" y="2541159"/>
            <a:ext cx="1555553" cy="1504169"/>
            <a:chOff x="6990618" y="1224728"/>
            <a:chExt cx="1555553" cy="1504169"/>
          </a:xfrm>
        </p:grpSpPr>
        <p:sp>
          <p:nvSpPr>
            <p:cNvPr id="348" name="Block Arc 347">
              <a:extLst>
                <a:ext uri="{FF2B5EF4-FFF2-40B4-BE49-F238E27FC236}">
                  <a16:creationId xmlns:a16="http://schemas.microsoft.com/office/drawing/2014/main" id="{81B11EA4-629E-046E-F225-6FFDC3C16EB4}"/>
                </a:ext>
              </a:extLst>
            </p:cNvPr>
            <p:cNvSpPr/>
            <p:nvPr/>
          </p:nvSpPr>
          <p:spPr>
            <a:xfrm>
              <a:off x="7743729" y="1224728"/>
              <a:ext cx="566610" cy="425155"/>
            </a:xfrm>
            <a:prstGeom prst="blockArc">
              <a:avLst>
                <a:gd name="adj1" fmla="val 10800000"/>
                <a:gd name="adj2" fmla="val 20516102"/>
                <a:gd name="adj3" fmla="val 10819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3C45198B-145A-FBDD-1800-39ED55CEF695}"/>
                </a:ext>
              </a:extLst>
            </p:cNvPr>
            <p:cNvGrpSpPr/>
            <p:nvPr/>
          </p:nvGrpSpPr>
          <p:grpSpPr>
            <a:xfrm>
              <a:off x="6990618" y="1238494"/>
              <a:ext cx="1555553" cy="1490403"/>
              <a:chOff x="6990618" y="1238494"/>
              <a:chExt cx="1555553" cy="1490403"/>
            </a:xfrm>
          </p:grpSpPr>
          <p:sp>
            <p:nvSpPr>
              <p:cNvPr id="350" name="Rectangle 349">
                <a:extLst>
                  <a:ext uri="{FF2B5EF4-FFF2-40B4-BE49-F238E27FC236}">
                    <a16:creationId xmlns:a16="http://schemas.microsoft.com/office/drawing/2014/main" id="{236D1717-2EBF-439A-45AF-7D4CDC89BC4D}"/>
                  </a:ext>
                </a:extLst>
              </p:cNvPr>
              <p:cNvSpPr/>
              <p:nvPr/>
            </p:nvSpPr>
            <p:spPr>
              <a:xfrm>
                <a:off x="7743729" y="1430708"/>
                <a:ext cx="45719" cy="114601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1" name="Block Arc 350">
                <a:extLst>
                  <a:ext uri="{FF2B5EF4-FFF2-40B4-BE49-F238E27FC236}">
                    <a16:creationId xmlns:a16="http://schemas.microsoft.com/office/drawing/2014/main" id="{196E4E17-808D-C190-DDD2-6A352E8B1D1A}"/>
                  </a:ext>
                </a:extLst>
              </p:cNvPr>
              <p:cNvSpPr/>
              <p:nvPr/>
            </p:nvSpPr>
            <p:spPr>
              <a:xfrm flipH="1">
                <a:off x="7222948" y="1238494"/>
                <a:ext cx="566610" cy="425155"/>
              </a:xfrm>
              <a:prstGeom prst="blockArc">
                <a:avLst>
                  <a:gd name="adj1" fmla="val 10800000"/>
                  <a:gd name="adj2" fmla="val 20516102"/>
                  <a:gd name="adj3" fmla="val 10819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2" name="Trapezoid 351">
                <a:extLst>
                  <a:ext uri="{FF2B5EF4-FFF2-40B4-BE49-F238E27FC236}">
                    <a16:creationId xmlns:a16="http://schemas.microsoft.com/office/drawing/2014/main" id="{0D425EA4-6405-E67A-6FDF-62E4D6F5A129}"/>
                  </a:ext>
                </a:extLst>
              </p:cNvPr>
              <p:cNvSpPr/>
              <p:nvPr/>
            </p:nvSpPr>
            <p:spPr>
              <a:xfrm>
                <a:off x="7612559" y="2562683"/>
                <a:ext cx="308060" cy="166214"/>
              </a:xfrm>
              <a:prstGeom prst="trapezoid">
                <a:avLst>
                  <a:gd name="adj" fmla="val 42877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53" name="Group 352">
                <a:extLst>
                  <a:ext uri="{FF2B5EF4-FFF2-40B4-BE49-F238E27FC236}">
                    <a16:creationId xmlns:a16="http://schemas.microsoft.com/office/drawing/2014/main" id="{EACD8FE1-C4D0-3A66-BD91-3750B85A6A4C}"/>
                  </a:ext>
                </a:extLst>
              </p:cNvPr>
              <p:cNvGrpSpPr/>
              <p:nvPr/>
            </p:nvGrpSpPr>
            <p:grpSpPr>
              <a:xfrm>
                <a:off x="7981466" y="1348011"/>
                <a:ext cx="564705" cy="389307"/>
                <a:chOff x="8425058" y="1348011"/>
                <a:chExt cx="564705" cy="389307"/>
              </a:xfrm>
            </p:grpSpPr>
            <p:pic>
              <p:nvPicPr>
                <p:cNvPr id="358" name="Graphic 357" descr="Lightbulb outline">
                  <a:extLst>
                    <a:ext uri="{FF2B5EF4-FFF2-40B4-BE49-F238E27FC236}">
                      <a16:creationId xmlns:a16="http://schemas.microsoft.com/office/drawing/2014/main" id="{06F56030-00DC-E886-D3DF-D4BC1FAACC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359" name="Trapezoid 358">
                  <a:extLst>
                    <a:ext uri="{FF2B5EF4-FFF2-40B4-BE49-F238E27FC236}">
                      <a16:creationId xmlns:a16="http://schemas.microsoft.com/office/drawing/2014/main" id="{4A949BA6-5D90-561C-D59B-C63462756693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0" name="Trapezoid 359">
                  <a:extLst>
                    <a:ext uri="{FF2B5EF4-FFF2-40B4-BE49-F238E27FC236}">
                      <a16:creationId xmlns:a16="http://schemas.microsoft.com/office/drawing/2014/main" id="{2F25400B-B6F0-64BC-5ABF-DDBDC3555890}"/>
                    </a:ext>
                  </a:extLst>
                </p:cNvPr>
                <p:cNvSpPr/>
                <p:nvPr/>
              </p:nvSpPr>
              <p:spPr>
                <a:xfrm>
                  <a:off x="8425058" y="1441707"/>
                  <a:ext cx="564705" cy="295611"/>
                </a:xfrm>
                <a:prstGeom prst="trapezoid">
                  <a:avLst>
                    <a:gd name="adj" fmla="val 59789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54" name="Group 353">
                <a:extLst>
                  <a:ext uri="{FF2B5EF4-FFF2-40B4-BE49-F238E27FC236}">
                    <a16:creationId xmlns:a16="http://schemas.microsoft.com/office/drawing/2014/main" id="{1833405C-CB27-D486-1C67-E44A018ECF2E}"/>
                  </a:ext>
                </a:extLst>
              </p:cNvPr>
              <p:cNvGrpSpPr/>
              <p:nvPr/>
            </p:nvGrpSpPr>
            <p:grpSpPr>
              <a:xfrm>
                <a:off x="6990618" y="1348011"/>
                <a:ext cx="566610" cy="388589"/>
                <a:chOff x="8421832" y="1348011"/>
                <a:chExt cx="566610" cy="388589"/>
              </a:xfrm>
            </p:grpSpPr>
            <p:pic>
              <p:nvPicPr>
                <p:cNvPr id="355" name="Graphic 354" descr="Lightbulb outline">
                  <a:extLst>
                    <a:ext uri="{FF2B5EF4-FFF2-40B4-BE49-F238E27FC236}">
                      <a16:creationId xmlns:a16="http://schemas.microsoft.com/office/drawing/2014/main" id="{3372A09F-718D-DE9E-1F0B-D85C410843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8636936" y="1391693"/>
                  <a:ext cx="135340" cy="135340"/>
                </a:xfrm>
                <a:prstGeom prst="rect">
                  <a:avLst/>
                </a:prstGeom>
              </p:spPr>
            </p:pic>
            <p:sp>
              <p:nvSpPr>
                <p:cNvPr id="356" name="Trapezoid 355">
                  <a:extLst>
                    <a:ext uri="{FF2B5EF4-FFF2-40B4-BE49-F238E27FC236}">
                      <a16:creationId xmlns:a16="http://schemas.microsoft.com/office/drawing/2014/main" id="{ACDA7E49-FA6A-15AE-DA2E-382B813CA79B}"/>
                    </a:ext>
                  </a:extLst>
                </p:cNvPr>
                <p:cNvSpPr/>
                <p:nvPr/>
              </p:nvSpPr>
              <p:spPr>
                <a:xfrm>
                  <a:off x="8591242" y="1348011"/>
                  <a:ext cx="225338" cy="98464"/>
                </a:xfrm>
                <a:prstGeom prst="trapezoid">
                  <a:avLst>
                    <a:gd name="adj" fmla="val 59789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7" name="Trapezoid 356">
                  <a:extLst>
                    <a:ext uri="{FF2B5EF4-FFF2-40B4-BE49-F238E27FC236}">
                      <a16:creationId xmlns:a16="http://schemas.microsoft.com/office/drawing/2014/main" id="{D09A0820-B052-131B-E2C5-78465506EFF8}"/>
                    </a:ext>
                  </a:extLst>
                </p:cNvPr>
                <p:cNvSpPr/>
                <p:nvPr/>
              </p:nvSpPr>
              <p:spPr>
                <a:xfrm>
                  <a:off x="8421832" y="1443718"/>
                  <a:ext cx="566610" cy="292882"/>
                </a:xfrm>
                <a:prstGeom prst="trapezoid">
                  <a:avLst>
                    <a:gd name="adj" fmla="val 59789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99624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4.07407E-6 L 3.54167E-6 -0.33703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85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38778E-17 L 0.3414 0.00231 " pathEditMode="relative" rAng="0" ptsTypes="AA">
                                      <p:cBhvr>
                                        <p:cTn id="8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70" y="11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11111E-6 L -0.3664 0.00718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320" y="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dark, light, lit&#10;&#10;Description automatically generated">
            <a:extLst>
              <a:ext uri="{FF2B5EF4-FFF2-40B4-BE49-F238E27FC236}">
                <a16:creationId xmlns:a16="http://schemas.microsoft.com/office/drawing/2014/main" id="{39DCC5DE-43EE-7A27-BDBF-058B5BFE41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7"/>
            <a:ext cx="12192000" cy="6853646"/>
          </a:xfrm>
          <a:prstGeom prst="rect">
            <a:avLst/>
          </a:prstGeom>
        </p:spPr>
      </p:pic>
      <p:pic>
        <p:nvPicPr>
          <p:cNvPr id="8" name="Graphic 7" descr="Work from home desk outline">
            <a:extLst>
              <a:ext uri="{FF2B5EF4-FFF2-40B4-BE49-F238E27FC236}">
                <a16:creationId xmlns:a16="http://schemas.microsoft.com/office/drawing/2014/main" id="{8251D613-8F04-1232-3077-3D9615826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8970" y="3225798"/>
            <a:ext cx="2198916" cy="21989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0B3E28-A5D3-9C29-5FAF-73984C3E886E}"/>
              </a:ext>
            </a:extLst>
          </p:cNvPr>
          <p:cNvSpPr txBox="1"/>
          <p:nvPr/>
        </p:nvSpPr>
        <p:spPr>
          <a:xfrm>
            <a:off x="1553027" y="2539777"/>
            <a:ext cx="19884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62D5D1-3665-506D-9A91-C20964466F51}"/>
              </a:ext>
            </a:extLst>
          </p:cNvPr>
          <p:cNvSpPr txBox="1"/>
          <p:nvPr/>
        </p:nvSpPr>
        <p:spPr>
          <a:xfrm>
            <a:off x="5101771" y="1669276"/>
            <a:ext cx="19884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</p:txBody>
      </p:sp>
      <p:pic>
        <p:nvPicPr>
          <p:cNvPr id="12" name="Graphic 11" descr="Snooze outline">
            <a:extLst>
              <a:ext uri="{FF2B5EF4-FFF2-40B4-BE49-F238E27FC236}">
                <a16:creationId xmlns:a16="http://schemas.microsoft.com/office/drawing/2014/main" id="{052F3E81-EE12-2C43-4D93-F812944CCF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9656" y="2438717"/>
            <a:ext cx="1320799" cy="13207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9CFB82-C219-9A41-2547-7AD8E86385CB}"/>
              </a:ext>
            </a:extLst>
          </p:cNvPr>
          <p:cNvSpPr txBox="1"/>
          <p:nvPr/>
        </p:nvSpPr>
        <p:spPr>
          <a:xfrm>
            <a:off x="2300512" y="3995239"/>
            <a:ext cx="4459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Light</a:t>
            </a:r>
          </a:p>
        </p:txBody>
      </p:sp>
      <p:pic>
        <p:nvPicPr>
          <p:cNvPr id="15" name="Graphic 14" descr="Lights On outline">
            <a:extLst>
              <a:ext uri="{FF2B5EF4-FFF2-40B4-BE49-F238E27FC236}">
                <a16:creationId xmlns:a16="http://schemas.microsoft.com/office/drawing/2014/main" id="{AB9FF3C5-7DF4-130C-1706-3ABD85EB41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4833258" y="330921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  <p:bldP spid="13" grpId="0"/>
      <p:bldP spid="1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emiconductor - Free Presentation Template">
            <a:extLst>
              <a:ext uri="{FF2B5EF4-FFF2-40B4-BE49-F238E27FC236}">
                <a16:creationId xmlns:a16="http://schemas.microsoft.com/office/drawing/2014/main" id="{EFE5955D-0631-4353-874C-7A0BD922C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827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1221</TotalTime>
  <Words>95</Words>
  <Application>Microsoft Office PowerPoint</Application>
  <PresentationFormat>Widescreen</PresentationFormat>
  <Paragraphs>40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Automatic Dark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Dark Light</dc:title>
  <dc:creator>MAHIN MONTASIR AFIF</dc:creator>
  <cp:lastModifiedBy>Ekramul Haque</cp:lastModifiedBy>
  <cp:revision>16</cp:revision>
  <dcterms:created xsi:type="dcterms:W3CDTF">2023-04-11T07:23:58Z</dcterms:created>
  <dcterms:modified xsi:type="dcterms:W3CDTF">2023-10-15T10:28:44Z</dcterms:modified>
</cp:coreProperties>
</file>